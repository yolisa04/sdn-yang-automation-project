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7"/>
  </p:notesMasterIdLst>
  <p:sldIdLst>
    <p:sldId id="256" r:id="rId5"/>
    <p:sldId id="313" r:id="rId6"/>
    <p:sldId id="335" r:id="rId7"/>
    <p:sldId id="337" r:id="rId8"/>
    <p:sldId id="338" r:id="rId9"/>
    <p:sldId id="359" r:id="rId10"/>
    <p:sldId id="339" r:id="rId11"/>
    <p:sldId id="345" r:id="rId12"/>
    <p:sldId id="346" r:id="rId13"/>
    <p:sldId id="347" r:id="rId14"/>
    <p:sldId id="348" r:id="rId15"/>
    <p:sldId id="349" r:id="rId16"/>
    <p:sldId id="350" r:id="rId17"/>
    <p:sldId id="351" r:id="rId18"/>
    <p:sldId id="358" r:id="rId19"/>
    <p:sldId id="353" r:id="rId20"/>
    <p:sldId id="354" r:id="rId21"/>
    <p:sldId id="355" r:id="rId22"/>
    <p:sldId id="356" r:id="rId23"/>
    <p:sldId id="357" r:id="rId24"/>
    <p:sldId id="352" r:id="rId25"/>
    <p:sldId id="33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1455"/>
    <a:srgbClr val="00A7E2"/>
    <a:srgbClr val="011C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061" autoAdjust="0"/>
  </p:normalViewPr>
  <p:slideViewPr>
    <p:cSldViewPr snapToGrid="0">
      <p:cViewPr varScale="1">
        <p:scale>
          <a:sx n="111" d="100"/>
          <a:sy n="111" d="100"/>
        </p:scale>
        <p:origin x="306" y="96"/>
      </p:cViewPr>
      <p:guideLst/>
    </p:cSldViewPr>
  </p:slideViewPr>
  <p:outlineViewPr>
    <p:cViewPr>
      <p:scale>
        <a:sx n="33" d="100"/>
        <a:sy n="33" d="100"/>
      </p:scale>
      <p:origin x="0" y="-29865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5.svg"/><Relationship Id="rId5" Type="http://schemas.openxmlformats.org/officeDocument/2006/relationships/image" Target="../media/image1.png"/><Relationship Id="rId4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5.svg"/><Relationship Id="rId5" Type="http://schemas.openxmlformats.org/officeDocument/2006/relationships/image" Target="../media/image1.png"/><Relationship Id="rId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24B6F69-575A-4FF7-A152-42346A283302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ZA"/>
        </a:p>
      </dgm:t>
    </dgm:pt>
    <dgm:pt modelId="{2FABD018-3799-4BCD-84F9-CC4F96119C3F}">
      <dgm:prSet phldrT="[Text]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ZA"/>
            <a:t>Frontend Layer</a:t>
          </a:r>
        </a:p>
      </dgm:t>
    </dgm:pt>
    <dgm:pt modelId="{849B3EAC-3DC2-4267-9E99-F4E9F56463DC}" type="parTrans" cxnId="{1D9B65E3-5DEA-46E7-BAE6-26B9A75F9D8E}">
      <dgm:prSet/>
      <dgm:spPr/>
      <dgm:t>
        <a:bodyPr/>
        <a:lstStyle/>
        <a:p>
          <a:endParaRPr lang="en-ZA"/>
        </a:p>
      </dgm:t>
    </dgm:pt>
    <dgm:pt modelId="{60DAA50A-10EA-4F66-9404-20CB5A47DC1A}" type="sibTrans" cxnId="{1D9B65E3-5DEA-46E7-BAE6-26B9A75F9D8E}">
      <dgm:prSet/>
      <dgm:spPr/>
      <dgm:t>
        <a:bodyPr/>
        <a:lstStyle/>
        <a:p>
          <a:endParaRPr lang="en-ZA"/>
        </a:p>
      </dgm:t>
    </dgm:pt>
    <dgm:pt modelId="{C536C90F-FFF0-43E7-831D-3799BDF1DAB1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ZA"/>
            <a:t>YANG Model Definition &amp; Configuration Workflow</a:t>
          </a:r>
          <a:endParaRPr lang="en-US"/>
        </a:p>
      </dgm:t>
    </dgm:pt>
    <dgm:pt modelId="{0515AEE6-F163-4775-9FDC-B4996761F951}" type="parTrans" cxnId="{E5CC4EC7-4C22-4616-BA43-6C6CCB009B20}">
      <dgm:prSet/>
      <dgm:spPr/>
      <dgm:t>
        <a:bodyPr/>
        <a:lstStyle/>
        <a:p>
          <a:endParaRPr lang="en-ZA"/>
        </a:p>
      </dgm:t>
    </dgm:pt>
    <dgm:pt modelId="{069FDB4E-C4A4-4D81-B842-D5BCF971A222}" type="sibTrans" cxnId="{E5CC4EC7-4C22-4616-BA43-6C6CCB009B20}">
      <dgm:prSet/>
      <dgm:spPr/>
      <dgm:t>
        <a:bodyPr/>
        <a:lstStyle/>
        <a:p>
          <a:endParaRPr lang="en-ZA"/>
        </a:p>
      </dgm:t>
    </dgm:pt>
    <dgm:pt modelId="{3FBBEF80-6FD5-499B-994B-5B5C081A99AC}">
      <dgm:prSet phldrT="[Text]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ZA" dirty="0"/>
            <a:t>Backend Layer</a:t>
          </a:r>
          <a:endParaRPr lang="en-US" dirty="0"/>
        </a:p>
      </dgm:t>
    </dgm:pt>
    <dgm:pt modelId="{A601F08A-06F0-4894-B15C-56D5C2E1F47F}" type="parTrans" cxnId="{52C46765-94F1-488B-A551-49F67C6062A3}">
      <dgm:prSet/>
      <dgm:spPr/>
      <dgm:t>
        <a:bodyPr/>
        <a:lstStyle/>
        <a:p>
          <a:endParaRPr lang="en-ZA"/>
        </a:p>
      </dgm:t>
    </dgm:pt>
    <dgm:pt modelId="{6ED4DC0C-0DB6-4DD4-AD08-1AD0944CED5A}" type="sibTrans" cxnId="{52C46765-94F1-488B-A551-49F67C6062A3}">
      <dgm:prSet/>
      <dgm:spPr/>
      <dgm:t>
        <a:bodyPr/>
        <a:lstStyle/>
        <a:p>
          <a:endParaRPr lang="en-ZA"/>
        </a:p>
      </dgm:t>
    </dgm:pt>
    <dgm:pt modelId="{B3BBF8D5-FC13-43F1-9FD9-658201BD5CE6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ZA"/>
            <a:t>SDN Controller, Protocol Engines (NETCONF/RESTCONF)</a:t>
          </a:r>
          <a:endParaRPr lang="en-US"/>
        </a:p>
      </dgm:t>
    </dgm:pt>
    <dgm:pt modelId="{4C6DA94E-DBB6-4968-AE03-599B9E0AE89F}" type="parTrans" cxnId="{FC40A1EF-EDD9-41C8-95BF-89A723AA3E20}">
      <dgm:prSet/>
      <dgm:spPr/>
      <dgm:t>
        <a:bodyPr/>
        <a:lstStyle/>
        <a:p>
          <a:endParaRPr lang="en-ZA"/>
        </a:p>
      </dgm:t>
    </dgm:pt>
    <dgm:pt modelId="{4CA0C210-B8F5-48AF-A4BF-CA8C5042986C}" type="sibTrans" cxnId="{FC40A1EF-EDD9-41C8-95BF-89A723AA3E20}">
      <dgm:prSet/>
      <dgm:spPr/>
      <dgm:t>
        <a:bodyPr/>
        <a:lstStyle/>
        <a:p>
          <a:endParaRPr lang="en-ZA"/>
        </a:p>
      </dgm:t>
    </dgm:pt>
    <dgm:pt modelId="{82B3E524-A4F2-427E-AA9A-B46307E45AA9}">
      <dgm:prSet phldrT="[Text]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ZA"/>
            <a:t>Hardware Layer</a:t>
          </a:r>
          <a:endParaRPr lang="en-US"/>
        </a:p>
      </dgm:t>
    </dgm:pt>
    <dgm:pt modelId="{7B90F6B7-004A-4ACB-9B11-247449E3F8E7}" type="parTrans" cxnId="{BE125CE1-2D52-440A-9A50-C3E176C50BF5}">
      <dgm:prSet/>
      <dgm:spPr/>
      <dgm:t>
        <a:bodyPr/>
        <a:lstStyle/>
        <a:p>
          <a:endParaRPr lang="en-ZA"/>
        </a:p>
      </dgm:t>
    </dgm:pt>
    <dgm:pt modelId="{5003AD52-94C8-4848-A00A-094AE8167A68}" type="sibTrans" cxnId="{BE125CE1-2D52-440A-9A50-C3E176C50BF5}">
      <dgm:prSet/>
      <dgm:spPr/>
      <dgm:t>
        <a:bodyPr/>
        <a:lstStyle/>
        <a:p>
          <a:endParaRPr lang="en-ZA"/>
        </a:p>
      </dgm:t>
    </dgm:pt>
    <dgm:pt modelId="{12981B8E-1602-40F7-9AB9-CF1A45BE7FE3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ZA"/>
            <a:t>Virtual Routers(</a:t>
          </a:r>
          <a:r>
            <a:rPr lang="en-US" b="0" i="0"/>
            <a:t>e.g., CSR1000v requires Cisco IOS-XE</a:t>
          </a:r>
          <a:r>
            <a:rPr lang="en-ZA"/>
            <a:t>) for Testing and Deployment </a:t>
          </a:r>
          <a:endParaRPr lang="en-US"/>
        </a:p>
      </dgm:t>
    </dgm:pt>
    <dgm:pt modelId="{A13C5C80-0918-4F36-B2C6-683B3EE9A53D}" type="parTrans" cxnId="{7E922243-5F90-48AB-9473-021BC8B72A7F}">
      <dgm:prSet/>
      <dgm:spPr/>
      <dgm:t>
        <a:bodyPr/>
        <a:lstStyle/>
        <a:p>
          <a:endParaRPr lang="en-ZA"/>
        </a:p>
      </dgm:t>
    </dgm:pt>
    <dgm:pt modelId="{29DA4395-6B09-499E-90CA-9E7A6C4FE7B6}" type="sibTrans" cxnId="{7E922243-5F90-48AB-9473-021BC8B72A7F}">
      <dgm:prSet/>
      <dgm:spPr/>
      <dgm:t>
        <a:bodyPr/>
        <a:lstStyle/>
        <a:p>
          <a:endParaRPr lang="en-ZA"/>
        </a:p>
      </dgm:t>
    </dgm:pt>
    <dgm:pt modelId="{13B5BACE-7B68-43C8-87DB-EB5F5191678F}" type="pres">
      <dgm:prSet presAssocID="{F24B6F69-575A-4FF7-A152-42346A283302}" presName="root" presStyleCnt="0">
        <dgm:presLayoutVars>
          <dgm:dir/>
          <dgm:resizeHandles val="exact"/>
        </dgm:presLayoutVars>
      </dgm:prSet>
      <dgm:spPr/>
    </dgm:pt>
    <dgm:pt modelId="{CB90D7A0-5EBA-4D5B-A224-158E0BDB7249}" type="pres">
      <dgm:prSet presAssocID="{2FABD018-3799-4BCD-84F9-CC4F96119C3F}" presName="compNode" presStyleCnt="0"/>
      <dgm:spPr/>
    </dgm:pt>
    <dgm:pt modelId="{FC2298ED-401B-4411-86A4-18416079AF81}" type="pres">
      <dgm:prSet presAssocID="{2FABD018-3799-4BCD-84F9-CC4F96119C3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C23975BC-8213-4898-A1A0-C25A19267BF7}" type="pres">
      <dgm:prSet presAssocID="{2FABD018-3799-4BCD-84F9-CC4F96119C3F}" presName="iconSpace" presStyleCnt="0"/>
      <dgm:spPr/>
    </dgm:pt>
    <dgm:pt modelId="{BD7703F5-7D30-4FB1-B90A-F17AC4DA3057}" type="pres">
      <dgm:prSet presAssocID="{2FABD018-3799-4BCD-84F9-CC4F96119C3F}" presName="parTx" presStyleLbl="revTx" presStyleIdx="0" presStyleCnt="6">
        <dgm:presLayoutVars>
          <dgm:chMax val="0"/>
          <dgm:chPref val="0"/>
        </dgm:presLayoutVars>
      </dgm:prSet>
      <dgm:spPr/>
    </dgm:pt>
    <dgm:pt modelId="{C668CBC3-1FE1-4ABD-99D5-FB0D2E486BD4}" type="pres">
      <dgm:prSet presAssocID="{2FABD018-3799-4BCD-84F9-CC4F96119C3F}" presName="txSpace" presStyleCnt="0"/>
      <dgm:spPr/>
    </dgm:pt>
    <dgm:pt modelId="{C3A89CD9-9272-483A-A73A-6D8F56C97757}" type="pres">
      <dgm:prSet presAssocID="{2FABD018-3799-4BCD-84F9-CC4F96119C3F}" presName="desTx" presStyleLbl="revTx" presStyleIdx="1" presStyleCnt="6">
        <dgm:presLayoutVars/>
      </dgm:prSet>
      <dgm:spPr/>
    </dgm:pt>
    <dgm:pt modelId="{12C55D03-14F5-424E-A714-BC41D15C0356}" type="pres">
      <dgm:prSet presAssocID="{60DAA50A-10EA-4F66-9404-20CB5A47DC1A}" presName="sibTrans" presStyleCnt="0"/>
      <dgm:spPr/>
    </dgm:pt>
    <dgm:pt modelId="{D78299B3-6588-494A-9EBF-6BFE78E086E7}" type="pres">
      <dgm:prSet presAssocID="{3FBBEF80-6FD5-499B-994B-5B5C081A99AC}" presName="compNode" presStyleCnt="0"/>
      <dgm:spPr/>
    </dgm:pt>
    <dgm:pt modelId="{99FA56A9-58C9-48B2-8057-54182D6CD22A}" type="pres">
      <dgm:prSet presAssocID="{3FBBEF80-6FD5-499B-994B-5B5C081A99A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C878A870-E039-4106-B008-85470CEF900A}" type="pres">
      <dgm:prSet presAssocID="{3FBBEF80-6FD5-499B-994B-5B5C081A99AC}" presName="iconSpace" presStyleCnt="0"/>
      <dgm:spPr/>
    </dgm:pt>
    <dgm:pt modelId="{4E610D80-132D-44FD-B16D-A7F4AAFF9AB1}" type="pres">
      <dgm:prSet presAssocID="{3FBBEF80-6FD5-499B-994B-5B5C081A99AC}" presName="parTx" presStyleLbl="revTx" presStyleIdx="2" presStyleCnt="6">
        <dgm:presLayoutVars>
          <dgm:chMax val="0"/>
          <dgm:chPref val="0"/>
        </dgm:presLayoutVars>
      </dgm:prSet>
      <dgm:spPr/>
    </dgm:pt>
    <dgm:pt modelId="{45812E9D-D5BF-4A59-B773-79F5EEB8D641}" type="pres">
      <dgm:prSet presAssocID="{3FBBEF80-6FD5-499B-994B-5B5C081A99AC}" presName="txSpace" presStyleCnt="0"/>
      <dgm:spPr/>
    </dgm:pt>
    <dgm:pt modelId="{866853BE-D618-4FC2-A9B7-0260CB121C83}" type="pres">
      <dgm:prSet presAssocID="{3FBBEF80-6FD5-499B-994B-5B5C081A99AC}" presName="desTx" presStyleLbl="revTx" presStyleIdx="3" presStyleCnt="6">
        <dgm:presLayoutVars/>
      </dgm:prSet>
      <dgm:spPr/>
    </dgm:pt>
    <dgm:pt modelId="{DAA674D0-F543-458B-B875-57919C808442}" type="pres">
      <dgm:prSet presAssocID="{6ED4DC0C-0DB6-4DD4-AD08-1AD0944CED5A}" presName="sibTrans" presStyleCnt="0"/>
      <dgm:spPr/>
    </dgm:pt>
    <dgm:pt modelId="{AE4EEF10-C7DE-44ED-90BD-BB40BC9456A2}" type="pres">
      <dgm:prSet presAssocID="{82B3E524-A4F2-427E-AA9A-B46307E45AA9}" presName="compNode" presStyleCnt="0"/>
      <dgm:spPr/>
    </dgm:pt>
    <dgm:pt modelId="{DA0C49F3-3B35-4F05-9669-D846375E9E0D}" type="pres">
      <dgm:prSet presAssocID="{82B3E524-A4F2-427E-AA9A-B46307E45AA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reless"/>
        </a:ext>
      </dgm:extLst>
    </dgm:pt>
    <dgm:pt modelId="{CADF7CA8-99F2-4F4B-A82B-22CE4C9990E2}" type="pres">
      <dgm:prSet presAssocID="{82B3E524-A4F2-427E-AA9A-B46307E45AA9}" presName="iconSpace" presStyleCnt="0"/>
      <dgm:spPr/>
    </dgm:pt>
    <dgm:pt modelId="{B9EED7B4-C093-4AD7-8AA5-85DECF094C56}" type="pres">
      <dgm:prSet presAssocID="{82B3E524-A4F2-427E-AA9A-B46307E45AA9}" presName="parTx" presStyleLbl="revTx" presStyleIdx="4" presStyleCnt="6">
        <dgm:presLayoutVars>
          <dgm:chMax val="0"/>
          <dgm:chPref val="0"/>
        </dgm:presLayoutVars>
      </dgm:prSet>
      <dgm:spPr/>
    </dgm:pt>
    <dgm:pt modelId="{4B440533-97F4-4C65-90D3-1CDD88AB7D39}" type="pres">
      <dgm:prSet presAssocID="{82B3E524-A4F2-427E-AA9A-B46307E45AA9}" presName="txSpace" presStyleCnt="0"/>
      <dgm:spPr/>
    </dgm:pt>
    <dgm:pt modelId="{D93A9204-50C7-44CC-B492-5A0D4CE4E4B3}" type="pres">
      <dgm:prSet presAssocID="{82B3E524-A4F2-427E-AA9A-B46307E45AA9}" presName="desTx" presStyleLbl="revTx" presStyleIdx="5" presStyleCnt="6">
        <dgm:presLayoutVars/>
      </dgm:prSet>
      <dgm:spPr/>
    </dgm:pt>
  </dgm:ptLst>
  <dgm:cxnLst>
    <dgm:cxn modelId="{802D501E-07BA-432C-A1AB-204EC4EA3124}" type="presOf" srcId="{F24B6F69-575A-4FF7-A152-42346A283302}" destId="{13B5BACE-7B68-43C8-87DB-EB5F5191678F}" srcOrd="0" destOrd="0" presId="urn:microsoft.com/office/officeart/2018/2/layout/IconLabelDescriptionList"/>
    <dgm:cxn modelId="{E4C2CD24-3124-449B-9088-D3FB934C6C9B}" type="presOf" srcId="{B3BBF8D5-FC13-43F1-9FD9-658201BD5CE6}" destId="{866853BE-D618-4FC2-A9B7-0260CB121C83}" srcOrd="0" destOrd="0" presId="urn:microsoft.com/office/officeart/2018/2/layout/IconLabelDescriptionList"/>
    <dgm:cxn modelId="{F534F63E-C6F2-4533-9DB1-E7D1D0974EA9}" type="presOf" srcId="{12981B8E-1602-40F7-9AB9-CF1A45BE7FE3}" destId="{D93A9204-50C7-44CC-B492-5A0D4CE4E4B3}" srcOrd="0" destOrd="0" presId="urn:microsoft.com/office/officeart/2018/2/layout/IconLabelDescriptionList"/>
    <dgm:cxn modelId="{7E922243-5F90-48AB-9473-021BC8B72A7F}" srcId="{82B3E524-A4F2-427E-AA9A-B46307E45AA9}" destId="{12981B8E-1602-40F7-9AB9-CF1A45BE7FE3}" srcOrd="0" destOrd="0" parTransId="{A13C5C80-0918-4F36-B2C6-683B3EE9A53D}" sibTransId="{29DA4395-6B09-499E-90CA-9E7A6C4FE7B6}"/>
    <dgm:cxn modelId="{7A596564-1351-4C8C-8E13-7AD102C0CB25}" type="presOf" srcId="{3FBBEF80-6FD5-499B-994B-5B5C081A99AC}" destId="{4E610D80-132D-44FD-B16D-A7F4AAFF9AB1}" srcOrd="0" destOrd="0" presId="urn:microsoft.com/office/officeart/2018/2/layout/IconLabelDescriptionList"/>
    <dgm:cxn modelId="{52C46765-94F1-488B-A551-49F67C6062A3}" srcId="{F24B6F69-575A-4FF7-A152-42346A283302}" destId="{3FBBEF80-6FD5-499B-994B-5B5C081A99AC}" srcOrd="1" destOrd="0" parTransId="{A601F08A-06F0-4894-B15C-56D5C2E1F47F}" sibTransId="{6ED4DC0C-0DB6-4DD4-AD08-1AD0944CED5A}"/>
    <dgm:cxn modelId="{6A2B4C75-DE5B-4C03-A2C0-633BD470A193}" type="presOf" srcId="{2FABD018-3799-4BCD-84F9-CC4F96119C3F}" destId="{BD7703F5-7D30-4FB1-B90A-F17AC4DA3057}" srcOrd="0" destOrd="0" presId="urn:microsoft.com/office/officeart/2018/2/layout/IconLabelDescriptionList"/>
    <dgm:cxn modelId="{E2399D7D-082F-40F6-A0D2-BFE010A158C1}" type="presOf" srcId="{C536C90F-FFF0-43E7-831D-3799BDF1DAB1}" destId="{C3A89CD9-9272-483A-A73A-6D8F56C97757}" srcOrd="0" destOrd="0" presId="urn:microsoft.com/office/officeart/2018/2/layout/IconLabelDescriptionList"/>
    <dgm:cxn modelId="{D25CA8B9-EDF2-4499-9944-85E37D0D6C1D}" type="presOf" srcId="{82B3E524-A4F2-427E-AA9A-B46307E45AA9}" destId="{B9EED7B4-C093-4AD7-8AA5-85DECF094C56}" srcOrd="0" destOrd="0" presId="urn:microsoft.com/office/officeart/2018/2/layout/IconLabelDescriptionList"/>
    <dgm:cxn modelId="{E5CC4EC7-4C22-4616-BA43-6C6CCB009B20}" srcId="{2FABD018-3799-4BCD-84F9-CC4F96119C3F}" destId="{C536C90F-FFF0-43E7-831D-3799BDF1DAB1}" srcOrd="0" destOrd="0" parTransId="{0515AEE6-F163-4775-9FDC-B4996761F951}" sibTransId="{069FDB4E-C4A4-4D81-B842-D5BCF971A222}"/>
    <dgm:cxn modelId="{BE125CE1-2D52-440A-9A50-C3E176C50BF5}" srcId="{F24B6F69-575A-4FF7-A152-42346A283302}" destId="{82B3E524-A4F2-427E-AA9A-B46307E45AA9}" srcOrd="2" destOrd="0" parTransId="{7B90F6B7-004A-4ACB-9B11-247449E3F8E7}" sibTransId="{5003AD52-94C8-4848-A00A-094AE8167A68}"/>
    <dgm:cxn modelId="{1D9B65E3-5DEA-46E7-BAE6-26B9A75F9D8E}" srcId="{F24B6F69-575A-4FF7-A152-42346A283302}" destId="{2FABD018-3799-4BCD-84F9-CC4F96119C3F}" srcOrd="0" destOrd="0" parTransId="{849B3EAC-3DC2-4267-9E99-F4E9F56463DC}" sibTransId="{60DAA50A-10EA-4F66-9404-20CB5A47DC1A}"/>
    <dgm:cxn modelId="{FC40A1EF-EDD9-41C8-95BF-89A723AA3E20}" srcId="{3FBBEF80-6FD5-499B-994B-5B5C081A99AC}" destId="{B3BBF8D5-FC13-43F1-9FD9-658201BD5CE6}" srcOrd="0" destOrd="0" parTransId="{4C6DA94E-DBB6-4968-AE03-599B9E0AE89F}" sibTransId="{4CA0C210-B8F5-48AF-A4BF-CA8C5042986C}"/>
    <dgm:cxn modelId="{64C0388F-F750-47C6-9937-6A70D5C015E0}" type="presParOf" srcId="{13B5BACE-7B68-43C8-87DB-EB5F5191678F}" destId="{CB90D7A0-5EBA-4D5B-A224-158E0BDB7249}" srcOrd="0" destOrd="0" presId="urn:microsoft.com/office/officeart/2018/2/layout/IconLabelDescriptionList"/>
    <dgm:cxn modelId="{DB8B403E-4B4B-4156-8364-57699BFA8421}" type="presParOf" srcId="{CB90D7A0-5EBA-4D5B-A224-158E0BDB7249}" destId="{FC2298ED-401B-4411-86A4-18416079AF81}" srcOrd="0" destOrd="0" presId="urn:microsoft.com/office/officeart/2018/2/layout/IconLabelDescriptionList"/>
    <dgm:cxn modelId="{F393EE1F-6A53-484B-A20D-11B60872C461}" type="presParOf" srcId="{CB90D7A0-5EBA-4D5B-A224-158E0BDB7249}" destId="{C23975BC-8213-4898-A1A0-C25A19267BF7}" srcOrd="1" destOrd="0" presId="urn:microsoft.com/office/officeart/2018/2/layout/IconLabelDescriptionList"/>
    <dgm:cxn modelId="{C7577FF6-A850-4007-ADCE-02848F77DBFF}" type="presParOf" srcId="{CB90D7A0-5EBA-4D5B-A224-158E0BDB7249}" destId="{BD7703F5-7D30-4FB1-B90A-F17AC4DA3057}" srcOrd="2" destOrd="0" presId="urn:microsoft.com/office/officeart/2018/2/layout/IconLabelDescriptionList"/>
    <dgm:cxn modelId="{E9F3EBD6-058E-446A-8474-2BD3268EC14A}" type="presParOf" srcId="{CB90D7A0-5EBA-4D5B-A224-158E0BDB7249}" destId="{C668CBC3-1FE1-4ABD-99D5-FB0D2E486BD4}" srcOrd="3" destOrd="0" presId="urn:microsoft.com/office/officeart/2018/2/layout/IconLabelDescriptionList"/>
    <dgm:cxn modelId="{B78F7D0F-ACE8-4D8D-A2A8-3B8441BE0EE1}" type="presParOf" srcId="{CB90D7A0-5EBA-4D5B-A224-158E0BDB7249}" destId="{C3A89CD9-9272-483A-A73A-6D8F56C97757}" srcOrd="4" destOrd="0" presId="urn:microsoft.com/office/officeart/2018/2/layout/IconLabelDescriptionList"/>
    <dgm:cxn modelId="{0FA6375D-4B10-4B39-B863-69D29555D098}" type="presParOf" srcId="{13B5BACE-7B68-43C8-87DB-EB5F5191678F}" destId="{12C55D03-14F5-424E-A714-BC41D15C0356}" srcOrd="1" destOrd="0" presId="urn:microsoft.com/office/officeart/2018/2/layout/IconLabelDescriptionList"/>
    <dgm:cxn modelId="{DF4CC5C8-761D-43C0-BA34-7C127FB31594}" type="presParOf" srcId="{13B5BACE-7B68-43C8-87DB-EB5F5191678F}" destId="{D78299B3-6588-494A-9EBF-6BFE78E086E7}" srcOrd="2" destOrd="0" presId="urn:microsoft.com/office/officeart/2018/2/layout/IconLabelDescriptionList"/>
    <dgm:cxn modelId="{43664956-ECA5-4C35-9889-3A46EB1B829D}" type="presParOf" srcId="{D78299B3-6588-494A-9EBF-6BFE78E086E7}" destId="{99FA56A9-58C9-48B2-8057-54182D6CD22A}" srcOrd="0" destOrd="0" presId="urn:microsoft.com/office/officeart/2018/2/layout/IconLabelDescriptionList"/>
    <dgm:cxn modelId="{298EEE9F-7AC9-470A-9195-1BDE45BB08F4}" type="presParOf" srcId="{D78299B3-6588-494A-9EBF-6BFE78E086E7}" destId="{C878A870-E039-4106-B008-85470CEF900A}" srcOrd="1" destOrd="0" presId="urn:microsoft.com/office/officeart/2018/2/layout/IconLabelDescriptionList"/>
    <dgm:cxn modelId="{E5E80806-3C4E-460A-A174-853D7DCF1AC7}" type="presParOf" srcId="{D78299B3-6588-494A-9EBF-6BFE78E086E7}" destId="{4E610D80-132D-44FD-B16D-A7F4AAFF9AB1}" srcOrd="2" destOrd="0" presId="urn:microsoft.com/office/officeart/2018/2/layout/IconLabelDescriptionList"/>
    <dgm:cxn modelId="{6F3303A8-5691-41C6-BCFD-9C0C6A9D9ACE}" type="presParOf" srcId="{D78299B3-6588-494A-9EBF-6BFE78E086E7}" destId="{45812E9D-D5BF-4A59-B773-79F5EEB8D641}" srcOrd="3" destOrd="0" presId="urn:microsoft.com/office/officeart/2018/2/layout/IconLabelDescriptionList"/>
    <dgm:cxn modelId="{EE345B61-89F2-4883-8BEA-73CA9D7916D2}" type="presParOf" srcId="{D78299B3-6588-494A-9EBF-6BFE78E086E7}" destId="{866853BE-D618-4FC2-A9B7-0260CB121C83}" srcOrd="4" destOrd="0" presId="urn:microsoft.com/office/officeart/2018/2/layout/IconLabelDescriptionList"/>
    <dgm:cxn modelId="{81AE3C4E-7936-4644-9D9F-6C1C33E5043A}" type="presParOf" srcId="{13B5BACE-7B68-43C8-87DB-EB5F5191678F}" destId="{DAA674D0-F543-458B-B875-57919C808442}" srcOrd="3" destOrd="0" presId="urn:microsoft.com/office/officeart/2018/2/layout/IconLabelDescriptionList"/>
    <dgm:cxn modelId="{A588306A-9367-40A1-A36B-8EA550401C82}" type="presParOf" srcId="{13B5BACE-7B68-43C8-87DB-EB5F5191678F}" destId="{AE4EEF10-C7DE-44ED-90BD-BB40BC9456A2}" srcOrd="4" destOrd="0" presId="urn:microsoft.com/office/officeart/2018/2/layout/IconLabelDescriptionList"/>
    <dgm:cxn modelId="{674D2352-F62B-4CE0-968F-6CCDFA4B0ACF}" type="presParOf" srcId="{AE4EEF10-C7DE-44ED-90BD-BB40BC9456A2}" destId="{DA0C49F3-3B35-4F05-9669-D846375E9E0D}" srcOrd="0" destOrd="0" presId="urn:microsoft.com/office/officeart/2018/2/layout/IconLabelDescriptionList"/>
    <dgm:cxn modelId="{FDE53DC3-D1A3-47B7-821F-4C35FC625681}" type="presParOf" srcId="{AE4EEF10-C7DE-44ED-90BD-BB40BC9456A2}" destId="{CADF7CA8-99F2-4F4B-A82B-22CE4C9990E2}" srcOrd="1" destOrd="0" presId="urn:microsoft.com/office/officeart/2018/2/layout/IconLabelDescriptionList"/>
    <dgm:cxn modelId="{78A7D9A5-3C1B-40BD-8738-5ACA44A810B6}" type="presParOf" srcId="{AE4EEF10-C7DE-44ED-90BD-BB40BC9456A2}" destId="{B9EED7B4-C093-4AD7-8AA5-85DECF094C56}" srcOrd="2" destOrd="0" presId="urn:microsoft.com/office/officeart/2018/2/layout/IconLabelDescriptionList"/>
    <dgm:cxn modelId="{4948565E-A177-453D-AB51-B6CD8C3A928D}" type="presParOf" srcId="{AE4EEF10-C7DE-44ED-90BD-BB40BC9456A2}" destId="{4B440533-97F4-4C65-90D3-1CDD88AB7D39}" srcOrd="3" destOrd="0" presId="urn:microsoft.com/office/officeart/2018/2/layout/IconLabelDescriptionList"/>
    <dgm:cxn modelId="{BB8DD96A-5863-45E5-9274-D1935FE0734C}" type="presParOf" srcId="{AE4EEF10-C7DE-44ED-90BD-BB40BC9456A2}" destId="{D93A9204-50C7-44CC-B492-5A0D4CE4E4B3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5966760-978B-4F55-AA7B-B5B2B88DE7FC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C57DBCB-B4F6-4D01-9A4E-33920E68ADE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Accuracy: 100% config match with YANG.</a:t>
          </a:r>
        </a:p>
      </dgm:t>
    </dgm:pt>
    <dgm:pt modelId="{5CB5B6F5-56BB-4BD5-A1E8-F5A36A4532FA}" type="parTrans" cxnId="{9A540603-AC74-49CB-B46C-013F7257331C}">
      <dgm:prSet/>
      <dgm:spPr/>
      <dgm:t>
        <a:bodyPr/>
        <a:lstStyle/>
        <a:p>
          <a:endParaRPr lang="en-US"/>
        </a:p>
      </dgm:t>
    </dgm:pt>
    <dgm:pt modelId="{1503F931-7DB3-4C9A-8FD6-598E5A1A983C}" type="sibTrans" cxnId="{9A540603-AC74-49CB-B46C-013F7257331C}">
      <dgm:prSet/>
      <dgm:spPr/>
      <dgm:t>
        <a:bodyPr/>
        <a:lstStyle/>
        <a:p>
          <a:endParaRPr lang="en-US"/>
        </a:p>
      </dgm:t>
    </dgm:pt>
    <dgm:pt modelId="{A9517977-0AA1-4A1B-B7D4-4E192464F0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Protocol Compliance: Standard IETF protocols.</a:t>
          </a:r>
        </a:p>
      </dgm:t>
    </dgm:pt>
    <dgm:pt modelId="{FB77E435-31A9-44A2-82CB-E1BD91E650C9}" type="parTrans" cxnId="{215225F6-2AB2-49C0-8E29-31E17B5B6322}">
      <dgm:prSet/>
      <dgm:spPr/>
      <dgm:t>
        <a:bodyPr/>
        <a:lstStyle/>
        <a:p>
          <a:endParaRPr lang="en-US"/>
        </a:p>
      </dgm:t>
    </dgm:pt>
    <dgm:pt modelId="{FBA6F50F-80E0-4398-86D4-084988423601}" type="sibTrans" cxnId="{215225F6-2AB2-49C0-8E29-31E17B5B6322}">
      <dgm:prSet/>
      <dgm:spPr/>
      <dgm:t>
        <a:bodyPr/>
        <a:lstStyle/>
        <a:p>
          <a:endParaRPr lang="en-US"/>
        </a:p>
      </dgm:t>
    </dgm:pt>
    <dgm:pt modelId="{3C1DE2D7-81B6-425F-8957-1A5F738478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Efficiency: Reduced configuration time.</a:t>
          </a:r>
        </a:p>
      </dgm:t>
    </dgm:pt>
    <dgm:pt modelId="{8D5EA096-E550-477A-961F-BBCCB041BE2A}" type="parTrans" cxnId="{FC6F7F9C-EF2C-4EF9-8C1E-A61E07246AD1}">
      <dgm:prSet/>
      <dgm:spPr/>
      <dgm:t>
        <a:bodyPr/>
        <a:lstStyle/>
        <a:p>
          <a:endParaRPr lang="en-US"/>
        </a:p>
      </dgm:t>
    </dgm:pt>
    <dgm:pt modelId="{73006465-5EF1-4AEF-B194-59830D35D7D0}" type="sibTrans" cxnId="{FC6F7F9C-EF2C-4EF9-8C1E-A61E07246AD1}">
      <dgm:prSet/>
      <dgm:spPr/>
      <dgm:t>
        <a:bodyPr/>
        <a:lstStyle/>
        <a:p>
          <a:endParaRPr lang="en-US"/>
        </a:p>
      </dgm:t>
    </dgm:pt>
    <dgm:pt modelId="{306D8252-529B-4767-AEEF-D7A0DBCE9409}" type="pres">
      <dgm:prSet presAssocID="{A5966760-978B-4F55-AA7B-B5B2B88DE7FC}" presName="root" presStyleCnt="0">
        <dgm:presLayoutVars>
          <dgm:dir/>
          <dgm:resizeHandles val="exact"/>
        </dgm:presLayoutVars>
      </dgm:prSet>
      <dgm:spPr/>
    </dgm:pt>
    <dgm:pt modelId="{3C1EEA6E-214F-4727-B424-31A9922D5092}" type="pres">
      <dgm:prSet presAssocID="{9C57DBCB-B4F6-4D01-9A4E-33920E68ADEE}" presName="compNode" presStyleCnt="0"/>
      <dgm:spPr/>
    </dgm:pt>
    <dgm:pt modelId="{1B4AAD79-8E55-4162-9750-1F6C204C1223}" type="pres">
      <dgm:prSet presAssocID="{9C57DBCB-B4F6-4D01-9A4E-33920E68ADE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9317DA10-69F2-4A3D-9D7E-60ECA635292D}" type="pres">
      <dgm:prSet presAssocID="{9C57DBCB-B4F6-4D01-9A4E-33920E68ADEE}" presName="spaceRect" presStyleCnt="0"/>
      <dgm:spPr/>
    </dgm:pt>
    <dgm:pt modelId="{3B8EAE4F-1D21-489A-AFA6-D6D7E4DE938D}" type="pres">
      <dgm:prSet presAssocID="{9C57DBCB-B4F6-4D01-9A4E-33920E68ADEE}" presName="textRect" presStyleLbl="revTx" presStyleIdx="0" presStyleCnt="3">
        <dgm:presLayoutVars>
          <dgm:chMax val="1"/>
          <dgm:chPref val="1"/>
        </dgm:presLayoutVars>
      </dgm:prSet>
      <dgm:spPr/>
    </dgm:pt>
    <dgm:pt modelId="{C38CD5E8-A186-46A4-A27A-94136DAFB2E0}" type="pres">
      <dgm:prSet presAssocID="{1503F931-7DB3-4C9A-8FD6-598E5A1A983C}" presName="sibTrans" presStyleCnt="0"/>
      <dgm:spPr/>
    </dgm:pt>
    <dgm:pt modelId="{D18E97EF-8262-426B-91AB-0C61CE0330A7}" type="pres">
      <dgm:prSet presAssocID="{A9517977-0AA1-4A1B-B7D4-4E192464F0E1}" presName="compNode" presStyleCnt="0"/>
      <dgm:spPr/>
    </dgm:pt>
    <dgm:pt modelId="{797BBA13-BD05-463B-96C5-5E1C598E3C79}" type="pres">
      <dgm:prSet presAssocID="{A9517977-0AA1-4A1B-B7D4-4E192464F0E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ntract"/>
        </a:ext>
      </dgm:extLst>
    </dgm:pt>
    <dgm:pt modelId="{E14C9B4E-6987-455A-BF3D-39FCABC147EC}" type="pres">
      <dgm:prSet presAssocID="{A9517977-0AA1-4A1B-B7D4-4E192464F0E1}" presName="spaceRect" presStyleCnt="0"/>
      <dgm:spPr/>
    </dgm:pt>
    <dgm:pt modelId="{E1E8F487-8AB5-4EC8-9075-3CE45AA7864B}" type="pres">
      <dgm:prSet presAssocID="{A9517977-0AA1-4A1B-B7D4-4E192464F0E1}" presName="textRect" presStyleLbl="revTx" presStyleIdx="1" presStyleCnt="3">
        <dgm:presLayoutVars>
          <dgm:chMax val="1"/>
          <dgm:chPref val="1"/>
        </dgm:presLayoutVars>
      </dgm:prSet>
      <dgm:spPr/>
    </dgm:pt>
    <dgm:pt modelId="{1D79BBE5-5FDF-4E1C-B3F3-4FFBAEC29595}" type="pres">
      <dgm:prSet presAssocID="{FBA6F50F-80E0-4398-86D4-084988423601}" presName="sibTrans" presStyleCnt="0"/>
      <dgm:spPr/>
    </dgm:pt>
    <dgm:pt modelId="{41EF056B-227C-4BD8-85C3-5307462754DE}" type="pres">
      <dgm:prSet presAssocID="{3C1DE2D7-81B6-425F-8957-1A5F7384784F}" presName="compNode" presStyleCnt="0"/>
      <dgm:spPr/>
    </dgm:pt>
    <dgm:pt modelId="{72DCA3EE-EBEC-4192-94D0-1CD0B3BEC2CA}" type="pres">
      <dgm:prSet presAssocID="{3C1DE2D7-81B6-425F-8957-1A5F7384784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05DA6D5F-72CD-4857-9B0E-33EB26A0F3F8}" type="pres">
      <dgm:prSet presAssocID="{3C1DE2D7-81B6-425F-8957-1A5F7384784F}" presName="spaceRect" presStyleCnt="0"/>
      <dgm:spPr/>
    </dgm:pt>
    <dgm:pt modelId="{1A08803D-B134-4480-9709-531D87C51456}" type="pres">
      <dgm:prSet presAssocID="{3C1DE2D7-81B6-425F-8957-1A5F7384784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A540603-AC74-49CB-B46C-013F7257331C}" srcId="{A5966760-978B-4F55-AA7B-B5B2B88DE7FC}" destId="{9C57DBCB-B4F6-4D01-9A4E-33920E68ADEE}" srcOrd="0" destOrd="0" parTransId="{5CB5B6F5-56BB-4BD5-A1E8-F5A36A4532FA}" sibTransId="{1503F931-7DB3-4C9A-8FD6-598E5A1A983C}"/>
    <dgm:cxn modelId="{A70C3312-D864-4B64-9E75-980447631DCA}" type="presOf" srcId="{A5966760-978B-4F55-AA7B-B5B2B88DE7FC}" destId="{306D8252-529B-4767-AEEF-D7A0DBCE9409}" srcOrd="0" destOrd="0" presId="urn:microsoft.com/office/officeart/2018/2/layout/IconLabelList"/>
    <dgm:cxn modelId="{5F537749-7EA3-4065-8390-A31A05EC0749}" type="presOf" srcId="{9C57DBCB-B4F6-4D01-9A4E-33920E68ADEE}" destId="{3B8EAE4F-1D21-489A-AFA6-D6D7E4DE938D}" srcOrd="0" destOrd="0" presId="urn:microsoft.com/office/officeart/2018/2/layout/IconLabelList"/>
    <dgm:cxn modelId="{13D21C4D-8B13-4203-B970-EDA91D5C0603}" type="presOf" srcId="{3C1DE2D7-81B6-425F-8957-1A5F7384784F}" destId="{1A08803D-B134-4480-9709-531D87C51456}" srcOrd="0" destOrd="0" presId="urn:microsoft.com/office/officeart/2018/2/layout/IconLabelList"/>
    <dgm:cxn modelId="{E875CF53-6073-4BA3-834F-3AD12300EB95}" type="presOf" srcId="{A9517977-0AA1-4A1B-B7D4-4E192464F0E1}" destId="{E1E8F487-8AB5-4EC8-9075-3CE45AA7864B}" srcOrd="0" destOrd="0" presId="urn:microsoft.com/office/officeart/2018/2/layout/IconLabelList"/>
    <dgm:cxn modelId="{FC6F7F9C-EF2C-4EF9-8C1E-A61E07246AD1}" srcId="{A5966760-978B-4F55-AA7B-B5B2B88DE7FC}" destId="{3C1DE2D7-81B6-425F-8957-1A5F7384784F}" srcOrd="2" destOrd="0" parTransId="{8D5EA096-E550-477A-961F-BBCCB041BE2A}" sibTransId="{73006465-5EF1-4AEF-B194-59830D35D7D0}"/>
    <dgm:cxn modelId="{215225F6-2AB2-49C0-8E29-31E17B5B6322}" srcId="{A5966760-978B-4F55-AA7B-B5B2B88DE7FC}" destId="{A9517977-0AA1-4A1B-B7D4-4E192464F0E1}" srcOrd="1" destOrd="0" parTransId="{FB77E435-31A9-44A2-82CB-E1BD91E650C9}" sibTransId="{FBA6F50F-80E0-4398-86D4-084988423601}"/>
    <dgm:cxn modelId="{24C454E2-1360-42D0-9297-F28B5F49641E}" type="presParOf" srcId="{306D8252-529B-4767-AEEF-D7A0DBCE9409}" destId="{3C1EEA6E-214F-4727-B424-31A9922D5092}" srcOrd="0" destOrd="0" presId="urn:microsoft.com/office/officeart/2018/2/layout/IconLabelList"/>
    <dgm:cxn modelId="{E1261846-47B0-4E7E-B018-87FC6658371D}" type="presParOf" srcId="{3C1EEA6E-214F-4727-B424-31A9922D5092}" destId="{1B4AAD79-8E55-4162-9750-1F6C204C1223}" srcOrd="0" destOrd="0" presId="urn:microsoft.com/office/officeart/2018/2/layout/IconLabelList"/>
    <dgm:cxn modelId="{193F0D80-C935-4904-B345-C8CAC33AF2E4}" type="presParOf" srcId="{3C1EEA6E-214F-4727-B424-31A9922D5092}" destId="{9317DA10-69F2-4A3D-9D7E-60ECA635292D}" srcOrd="1" destOrd="0" presId="urn:microsoft.com/office/officeart/2018/2/layout/IconLabelList"/>
    <dgm:cxn modelId="{97BB7B70-DA16-433B-B2E7-C70F85D8DC41}" type="presParOf" srcId="{3C1EEA6E-214F-4727-B424-31A9922D5092}" destId="{3B8EAE4F-1D21-489A-AFA6-D6D7E4DE938D}" srcOrd="2" destOrd="0" presId="urn:microsoft.com/office/officeart/2018/2/layout/IconLabelList"/>
    <dgm:cxn modelId="{272693FB-F1E4-401F-A5A8-1FE17C9E411C}" type="presParOf" srcId="{306D8252-529B-4767-AEEF-D7A0DBCE9409}" destId="{C38CD5E8-A186-46A4-A27A-94136DAFB2E0}" srcOrd="1" destOrd="0" presId="urn:microsoft.com/office/officeart/2018/2/layout/IconLabelList"/>
    <dgm:cxn modelId="{5D9461B2-D8E0-4071-A232-F6FAAA0D5374}" type="presParOf" srcId="{306D8252-529B-4767-AEEF-D7A0DBCE9409}" destId="{D18E97EF-8262-426B-91AB-0C61CE0330A7}" srcOrd="2" destOrd="0" presId="urn:microsoft.com/office/officeart/2018/2/layout/IconLabelList"/>
    <dgm:cxn modelId="{730B1E4B-81F9-454B-A5D9-3F75385C9963}" type="presParOf" srcId="{D18E97EF-8262-426B-91AB-0C61CE0330A7}" destId="{797BBA13-BD05-463B-96C5-5E1C598E3C79}" srcOrd="0" destOrd="0" presId="urn:microsoft.com/office/officeart/2018/2/layout/IconLabelList"/>
    <dgm:cxn modelId="{CD72AEC0-214F-4EE7-90F8-C66083F0F14F}" type="presParOf" srcId="{D18E97EF-8262-426B-91AB-0C61CE0330A7}" destId="{E14C9B4E-6987-455A-BF3D-39FCABC147EC}" srcOrd="1" destOrd="0" presId="urn:microsoft.com/office/officeart/2018/2/layout/IconLabelList"/>
    <dgm:cxn modelId="{3B1AEEBC-E833-4C7A-934B-27319AA5F976}" type="presParOf" srcId="{D18E97EF-8262-426B-91AB-0C61CE0330A7}" destId="{E1E8F487-8AB5-4EC8-9075-3CE45AA7864B}" srcOrd="2" destOrd="0" presId="urn:microsoft.com/office/officeart/2018/2/layout/IconLabelList"/>
    <dgm:cxn modelId="{6AF5B759-72A2-4062-B435-7DB42ADD44DD}" type="presParOf" srcId="{306D8252-529B-4767-AEEF-D7A0DBCE9409}" destId="{1D79BBE5-5FDF-4E1C-B3F3-4FFBAEC29595}" srcOrd="3" destOrd="0" presId="urn:microsoft.com/office/officeart/2018/2/layout/IconLabelList"/>
    <dgm:cxn modelId="{25F7A690-F2DA-4A25-B1D3-AF46D32DDFF7}" type="presParOf" srcId="{306D8252-529B-4767-AEEF-D7A0DBCE9409}" destId="{41EF056B-227C-4BD8-85C3-5307462754DE}" srcOrd="4" destOrd="0" presId="urn:microsoft.com/office/officeart/2018/2/layout/IconLabelList"/>
    <dgm:cxn modelId="{3DFCF0AD-5803-4E20-BF39-6F411CECD6B1}" type="presParOf" srcId="{41EF056B-227C-4BD8-85C3-5307462754DE}" destId="{72DCA3EE-EBEC-4192-94D0-1CD0B3BEC2CA}" srcOrd="0" destOrd="0" presId="urn:microsoft.com/office/officeart/2018/2/layout/IconLabelList"/>
    <dgm:cxn modelId="{657B0585-92F9-413C-BFB6-F83B874E228B}" type="presParOf" srcId="{41EF056B-227C-4BD8-85C3-5307462754DE}" destId="{05DA6D5F-72CD-4857-9B0E-33EB26A0F3F8}" srcOrd="1" destOrd="0" presId="urn:microsoft.com/office/officeart/2018/2/layout/IconLabelList"/>
    <dgm:cxn modelId="{1EA6103C-D4B2-440A-AA99-575D6A9D400B}" type="presParOf" srcId="{41EF056B-227C-4BD8-85C3-5307462754DE}" destId="{1A08803D-B134-4480-9709-531D87C5145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7E96941-EE7C-4F98-B1D2-30ECA7F327A3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8FAAF47-3F76-44C6-BDC3-760FADF632F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b="1" dirty="0"/>
            <a:t>Accomplishments</a:t>
          </a:r>
          <a:r>
            <a:rPr lang="en-GB" sz="2000" dirty="0"/>
            <a:t>: The project is yet successful implemented </a:t>
          </a:r>
          <a:endParaRPr lang="en-US" sz="2000" dirty="0"/>
        </a:p>
      </dgm:t>
    </dgm:pt>
    <dgm:pt modelId="{26DEA13D-B795-4BB3-97DB-8F1C08865D02}" type="parTrans" cxnId="{07CEAF19-20DD-4143-BF70-258EDBC62260}">
      <dgm:prSet/>
      <dgm:spPr/>
      <dgm:t>
        <a:bodyPr/>
        <a:lstStyle/>
        <a:p>
          <a:endParaRPr lang="en-US"/>
        </a:p>
      </dgm:t>
    </dgm:pt>
    <dgm:pt modelId="{8AB95345-9887-4B29-9181-E699AA91B460}" type="sibTrans" cxnId="{07CEAF19-20DD-4143-BF70-258EDBC6226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F504608-BC90-4FA0-89E8-326FD572DAA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b="1" dirty="0"/>
            <a:t>Key Learnings</a:t>
          </a:r>
          <a:r>
            <a:rPr lang="en-GB" sz="2000" dirty="0"/>
            <a:t>: The project highlights the importance of data modelling, the challenges of tool capabilities and the value of adaptability in overcoming technical hurdles.</a:t>
          </a:r>
          <a:endParaRPr lang="en-US" sz="2000" dirty="0"/>
        </a:p>
      </dgm:t>
    </dgm:pt>
    <dgm:pt modelId="{F6D17C14-BE85-40A3-9C9E-38287679F5AB}" type="parTrans" cxnId="{5D3C8D63-5FB5-4C9D-886E-7630836F4D6C}">
      <dgm:prSet/>
      <dgm:spPr/>
      <dgm:t>
        <a:bodyPr/>
        <a:lstStyle/>
        <a:p>
          <a:endParaRPr lang="en-US"/>
        </a:p>
      </dgm:t>
    </dgm:pt>
    <dgm:pt modelId="{DC04F18A-97A3-4605-BBB0-8A38CCE7B778}" type="sibTrans" cxnId="{5D3C8D63-5FB5-4C9D-886E-7630836F4D6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D7BF610-181E-4C0A-9891-67E39FFC2E4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800" b="1" dirty="0"/>
            <a:t>Relevance</a:t>
          </a:r>
          <a:r>
            <a:rPr lang="en-GB" sz="1800" dirty="0"/>
            <a:t>: This work demonstrates how modern network automation improves consistency and is important for scalable network management.</a:t>
          </a:r>
          <a:endParaRPr lang="en-US" sz="1800" dirty="0"/>
        </a:p>
      </dgm:t>
    </dgm:pt>
    <dgm:pt modelId="{A9F56592-F0B5-46AB-8771-451B07D9A069}" type="parTrans" cxnId="{66EBFC0F-796E-4741-94BB-0FA51A1973A3}">
      <dgm:prSet/>
      <dgm:spPr/>
      <dgm:t>
        <a:bodyPr/>
        <a:lstStyle/>
        <a:p>
          <a:endParaRPr lang="en-US"/>
        </a:p>
      </dgm:t>
    </dgm:pt>
    <dgm:pt modelId="{B7A568EE-3855-4071-B84F-F1EF95C7D150}" type="sibTrans" cxnId="{66EBFC0F-796E-4741-94BB-0FA51A1973A3}">
      <dgm:prSet/>
      <dgm:spPr/>
      <dgm:t>
        <a:bodyPr/>
        <a:lstStyle/>
        <a:p>
          <a:endParaRPr lang="en-US"/>
        </a:p>
      </dgm:t>
    </dgm:pt>
    <dgm:pt modelId="{81C41992-B2C7-4891-B15A-AF086468DDEC}" type="pres">
      <dgm:prSet presAssocID="{D7E96941-EE7C-4F98-B1D2-30ECA7F327A3}" presName="root" presStyleCnt="0">
        <dgm:presLayoutVars>
          <dgm:dir/>
          <dgm:resizeHandles val="exact"/>
        </dgm:presLayoutVars>
      </dgm:prSet>
      <dgm:spPr/>
    </dgm:pt>
    <dgm:pt modelId="{39EEB659-D0D0-4436-A5F6-02F0AA2EA1D2}" type="pres">
      <dgm:prSet presAssocID="{D7E96941-EE7C-4F98-B1D2-30ECA7F327A3}" presName="container" presStyleCnt="0">
        <dgm:presLayoutVars>
          <dgm:dir/>
          <dgm:resizeHandles val="exact"/>
        </dgm:presLayoutVars>
      </dgm:prSet>
      <dgm:spPr/>
    </dgm:pt>
    <dgm:pt modelId="{5A6E1B26-CEFE-43E4-8D3C-C278AC31B166}" type="pres">
      <dgm:prSet presAssocID="{F8FAAF47-3F76-44C6-BDC3-760FADF632F3}" presName="compNode" presStyleCnt="0"/>
      <dgm:spPr/>
    </dgm:pt>
    <dgm:pt modelId="{5824E5ED-6F83-4932-84D4-49F06912D99E}" type="pres">
      <dgm:prSet presAssocID="{F8FAAF47-3F76-44C6-BDC3-760FADF632F3}" presName="iconBgRect" presStyleLbl="bgShp" presStyleIdx="0" presStyleCnt="3"/>
      <dgm:spPr/>
    </dgm:pt>
    <dgm:pt modelId="{B703C3BB-FCA6-4B68-8E31-D6A6D49DA301}" type="pres">
      <dgm:prSet presAssocID="{F8FAAF47-3F76-44C6-BDC3-760FADF632F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ABDB9EDC-78E9-40B4-BD29-303EB65D52DA}" type="pres">
      <dgm:prSet presAssocID="{F8FAAF47-3F76-44C6-BDC3-760FADF632F3}" presName="spaceRect" presStyleCnt="0"/>
      <dgm:spPr/>
    </dgm:pt>
    <dgm:pt modelId="{BC4E9D4C-8AD6-4402-9FEE-E5429F7BCC85}" type="pres">
      <dgm:prSet presAssocID="{F8FAAF47-3F76-44C6-BDC3-760FADF632F3}" presName="textRect" presStyleLbl="revTx" presStyleIdx="0" presStyleCnt="3">
        <dgm:presLayoutVars>
          <dgm:chMax val="1"/>
          <dgm:chPref val="1"/>
        </dgm:presLayoutVars>
      </dgm:prSet>
      <dgm:spPr/>
    </dgm:pt>
    <dgm:pt modelId="{6A783129-6FCE-4560-87DB-8699A9ECDEEC}" type="pres">
      <dgm:prSet presAssocID="{8AB95345-9887-4B29-9181-E699AA91B460}" presName="sibTrans" presStyleLbl="sibTrans2D1" presStyleIdx="0" presStyleCnt="0"/>
      <dgm:spPr/>
    </dgm:pt>
    <dgm:pt modelId="{C85EB419-0295-4DF6-93C0-4BE11714D1F5}" type="pres">
      <dgm:prSet presAssocID="{3F504608-BC90-4FA0-89E8-326FD572DAA7}" presName="compNode" presStyleCnt="0"/>
      <dgm:spPr/>
    </dgm:pt>
    <dgm:pt modelId="{04D57E50-7103-4E13-A1F5-5B573B85A159}" type="pres">
      <dgm:prSet presAssocID="{3F504608-BC90-4FA0-89E8-326FD572DAA7}" presName="iconBgRect" presStyleLbl="bgShp" presStyleIdx="1" presStyleCnt="3"/>
      <dgm:spPr/>
    </dgm:pt>
    <dgm:pt modelId="{29956E58-F85C-4920-B383-E3841B71B429}" type="pres">
      <dgm:prSet presAssocID="{3F504608-BC90-4FA0-89E8-326FD572DAA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30D3DC28-0C0E-4FE2-97F0-0AF2656E98D0}" type="pres">
      <dgm:prSet presAssocID="{3F504608-BC90-4FA0-89E8-326FD572DAA7}" presName="spaceRect" presStyleCnt="0"/>
      <dgm:spPr/>
    </dgm:pt>
    <dgm:pt modelId="{3A3E188F-F9D6-44A9-95E5-EC10BFD86DC4}" type="pres">
      <dgm:prSet presAssocID="{3F504608-BC90-4FA0-89E8-326FD572DAA7}" presName="textRect" presStyleLbl="revTx" presStyleIdx="1" presStyleCnt="3">
        <dgm:presLayoutVars>
          <dgm:chMax val="1"/>
          <dgm:chPref val="1"/>
        </dgm:presLayoutVars>
      </dgm:prSet>
      <dgm:spPr/>
    </dgm:pt>
    <dgm:pt modelId="{B0D9DE5C-15BB-4480-BD52-7EC2B415F022}" type="pres">
      <dgm:prSet presAssocID="{DC04F18A-97A3-4605-BBB0-8A38CCE7B778}" presName="sibTrans" presStyleLbl="sibTrans2D1" presStyleIdx="0" presStyleCnt="0"/>
      <dgm:spPr/>
    </dgm:pt>
    <dgm:pt modelId="{02C2867E-9936-4F66-B5C3-4010B1737606}" type="pres">
      <dgm:prSet presAssocID="{5D7BF610-181E-4C0A-9891-67E39FFC2E4D}" presName="compNode" presStyleCnt="0"/>
      <dgm:spPr/>
    </dgm:pt>
    <dgm:pt modelId="{DFF4B03F-5C90-4B88-B8DA-4A693990F67C}" type="pres">
      <dgm:prSet presAssocID="{5D7BF610-181E-4C0A-9891-67E39FFC2E4D}" presName="iconBgRect" presStyleLbl="bgShp" presStyleIdx="2" presStyleCnt="3"/>
      <dgm:spPr/>
    </dgm:pt>
    <dgm:pt modelId="{89735AED-E868-409A-A828-D64FCC29684C}" type="pres">
      <dgm:prSet presAssocID="{5D7BF610-181E-4C0A-9891-67E39FFC2E4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365153DE-721F-4D32-B5F3-A3B06EC2EDDE}" type="pres">
      <dgm:prSet presAssocID="{5D7BF610-181E-4C0A-9891-67E39FFC2E4D}" presName="spaceRect" presStyleCnt="0"/>
      <dgm:spPr/>
    </dgm:pt>
    <dgm:pt modelId="{D60C74FC-91CC-49A7-BA6B-97830A0D0419}" type="pres">
      <dgm:prSet presAssocID="{5D7BF610-181E-4C0A-9891-67E39FFC2E4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6EBFC0F-796E-4741-94BB-0FA51A1973A3}" srcId="{D7E96941-EE7C-4F98-B1D2-30ECA7F327A3}" destId="{5D7BF610-181E-4C0A-9891-67E39FFC2E4D}" srcOrd="2" destOrd="0" parTransId="{A9F56592-F0B5-46AB-8771-451B07D9A069}" sibTransId="{B7A568EE-3855-4071-B84F-F1EF95C7D150}"/>
    <dgm:cxn modelId="{07CEAF19-20DD-4143-BF70-258EDBC62260}" srcId="{D7E96941-EE7C-4F98-B1D2-30ECA7F327A3}" destId="{F8FAAF47-3F76-44C6-BDC3-760FADF632F3}" srcOrd="0" destOrd="0" parTransId="{26DEA13D-B795-4BB3-97DB-8F1C08865D02}" sibTransId="{8AB95345-9887-4B29-9181-E699AA91B460}"/>
    <dgm:cxn modelId="{C8B8745F-89E7-465E-A10F-8E7C84839047}" type="presOf" srcId="{8AB95345-9887-4B29-9181-E699AA91B460}" destId="{6A783129-6FCE-4560-87DB-8699A9ECDEEC}" srcOrd="0" destOrd="0" presId="urn:microsoft.com/office/officeart/2018/2/layout/IconCircleList"/>
    <dgm:cxn modelId="{5D3C8D63-5FB5-4C9D-886E-7630836F4D6C}" srcId="{D7E96941-EE7C-4F98-B1D2-30ECA7F327A3}" destId="{3F504608-BC90-4FA0-89E8-326FD572DAA7}" srcOrd="1" destOrd="0" parTransId="{F6D17C14-BE85-40A3-9C9E-38287679F5AB}" sibTransId="{DC04F18A-97A3-4605-BBB0-8A38CCE7B778}"/>
    <dgm:cxn modelId="{6C282679-A558-46C3-96BD-23170AFAF061}" type="presOf" srcId="{DC04F18A-97A3-4605-BBB0-8A38CCE7B778}" destId="{B0D9DE5C-15BB-4480-BD52-7EC2B415F022}" srcOrd="0" destOrd="0" presId="urn:microsoft.com/office/officeart/2018/2/layout/IconCircleList"/>
    <dgm:cxn modelId="{1B1A1990-A379-4554-A3C3-4289F0933C29}" type="presOf" srcId="{F8FAAF47-3F76-44C6-BDC3-760FADF632F3}" destId="{BC4E9D4C-8AD6-4402-9FEE-E5429F7BCC85}" srcOrd="0" destOrd="0" presId="urn:microsoft.com/office/officeart/2018/2/layout/IconCircleList"/>
    <dgm:cxn modelId="{48E19CA5-A259-4DE5-B634-F59FF6467657}" type="presOf" srcId="{D7E96941-EE7C-4F98-B1D2-30ECA7F327A3}" destId="{81C41992-B2C7-4891-B15A-AF086468DDEC}" srcOrd="0" destOrd="0" presId="urn:microsoft.com/office/officeart/2018/2/layout/IconCircleList"/>
    <dgm:cxn modelId="{805FCCDD-22D9-40C3-BE8B-D0A1FD52A60C}" type="presOf" srcId="{3F504608-BC90-4FA0-89E8-326FD572DAA7}" destId="{3A3E188F-F9D6-44A9-95E5-EC10BFD86DC4}" srcOrd="0" destOrd="0" presId="urn:microsoft.com/office/officeart/2018/2/layout/IconCircleList"/>
    <dgm:cxn modelId="{2C93ABF7-669E-49A1-8BD5-DCFC81708E99}" type="presOf" srcId="{5D7BF610-181E-4C0A-9891-67E39FFC2E4D}" destId="{D60C74FC-91CC-49A7-BA6B-97830A0D0419}" srcOrd="0" destOrd="0" presId="urn:microsoft.com/office/officeart/2018/2/layout/IconCircleList"/>
    <dgm:cxn modelId="{8FD355CB-49DD-4EBE-BDB4-043E27386EF3}" type="presParOf" srcId="{81C41992-B2C7-4891-B15A-AF086468DDEC}" destId="{39EEB659-D0D0-4436-A5F6-02F0AA2EA1D2}" srcOrd="0" destOrd="0" presId="urn:microsoft.com/office/officeart/2018/2/layout/IconCircleList"/>
    <dgm:cxn modelId="{E463791B-74FC-4AB0-A922-D5F07680EF4A}" type="presParOf" srcId="{39EEB659-D0D0-4436-A5F6-02F0AA2EA1D2}" destId="{5A6E1B26-CEFE-43E4-8D3C-C278AC31B166}" srcOrd="0" destOrd="0" presId="urn:microsoft.com/office/officeart/2018/2/layout/IconCircleList"/>
    <dgm:cxn modelId="{E5878E94-CE23-4593-BA11-3F90521659DF}" type="presParOf" srcId="{5A6E1B26-CEFE-43E4-8D3C-C278AC31B166}" destId="{5824E5ED-6F83-4932-84D4-49F06912D99E}" srcOrd="0" destOrd="0" presId="urn:microsoft.com/office/officeart/2018/2/layout/IconCircleList"/>
    <dgm:cxn modelId="{5CCF7273-49A2-403D-8FF5-503004F0C0C5}" type="presParOf" srcId="{5A6E1B26-CEFE-43E4-8D3C-C278AC31B166}" destId="{B703C3BB-FCA6-4B68-8E31-D6A6D49DA301}" srcOrd="1" destOrd="0" presId="urn:microsoft.com/office/officeart/2018/2/layout/IconCircleList"/>
    <dgm:cxn modelId="{55BCF279-3BB3-4BA5-9ABC-7DC66BFD7454}" type="presParOf" srcId="{5A6E1B26-CEFE-43E4-8D3C-C278AC31B166}" destId="{ABDB9EDC-78E9-40B4-BD29-303EB65D52DA}" srcOrd="2" destOrd="0" presId="urn:microsoft.com/office/officeart/2018/2/layout/IconCircleList"/>
    <dgm:cxn modelId="{4B88CC6E-7429-4EC0-9D74-6D4306CAA4FF}" type="presParOf" srcId="{5A6E1B26-CEFE-43E4-8D3C-C278AC31B166}" destId="{BC4E9D4C-8AD6-4402-9FEE-E5429F7BCC85}" srcOrd="3" destOrd="0" presId="urn:microsoft.com/office/officeart/2018/2/layout/IconCircleList"/>
    <dgm:cxn modelId="{0F0D1F78-49A0-4E8D-B9F2-003FD554D837}" type="presParOf" srcId="{39EEB659-D0D0-4436-A5F6-02F0AA2EA1D2}" destId="{6A783129-6FCE-4560-87DB-8699A9ECDEEC}" srcOrd="1" destOrd="0" presId="urn:microsoft.com/office/officeart/2018/2/layout/IconCircleList"/>
    <dgm:cxn modelId="{05FCBE29-23A5-41E8-BB45-9F62ECF50AAE}" type="presParOf" srcId="{39EEB659-D0D0-4436-A5F6-02F0AA2EA1D2}" destId="{C85EB419-0295-4DF6-93C0-4BE11714D1F5}" srcOrd="2" destOrd="0" presId="urn:microsoft.com/office/officeart/2018/2/layout/IconCircleList"/>
    <dgm:cxn modelId="{220B4EF4-90D2-4995-B10D-23578C097DAD}" type="presParOf" srcId="{C85EB419-0295-4DF6-93C0-4BE11714D1F5}" destId="{04D57E50-7103-4E13-A1F5-5B573B85A159}" srcOrd="0" destOrd="0" presId="urn:microsoft.com/office/officeart/2018/2/layout/IconCircleList"/>
    <dgm:cxn modelId="{14C0A0BD-4164-49F0-BCE1-1646708AC15F}" type="presParOf" srcId="{C85EB419-0295-4DF6-93C0-4BE11714D1F5}" destId="{29956E58-F85C-4920-B383-E3841B71B429}" srcOrd="1" destOrd="0" presId="urn:microsoft.com/office/officeart/2018/2/layout/IconCircleList"/>
    <dgm:cxn modelId="{D8986F06-F74F-4561-9DBE-D61C3F8F7A72}" type="presParOf" srcId="{C85EB419-0295-4DF6-93C0-4BE11714D1F5}" destId="{30D3DC28-0C0E-4FE2-97F0-0AF2656E98D0}" srcOrd="2" destOrd="0" presId="urn:microsoft.com/office/officeart/2018/2/layout/IconCircleList"/>
    <dgm:cxn modelId="{865DDCEB-8E89-4E5B-8AE8-9BECEB54C215}" type="presParOf" srcId="{C85EB419-0295-4DF6-93C0-4BE11714D1F5}" destId="{3A3E188F-F9D6-44A9-95E5-EC10BFD86DC4}" srcOrd="3" destOrd="0" presId="urn:microsoft.com/office/officeart/2018/2/layout/IconCircleList"/>
    <dgm:cxn modelId="{7CF813EE-5FA6-48AF-83F9-8835DC59D28A}" type="presParOf" srcId="{39EEB659-D0D0-4436-A5F6-02F0AA2EA1D2}" destId="{B0D9DE5C-15BB-4480-BD52-7EC2B415F022}" srcOrd="3" destOrd="0" presId="urn:microsoft.com/office/officeart/2018/2/layout/IconCircleList"/>
    <dgm:cxn modelId="{A0DE38A9-C89B-4CED-8EEB-AA9963F13D0D}" type="presParOf" srcId="{39EEB659-D0D0-4436-A5F6-02F0AA2EA1D2}" destId="{02C2867E-9936-4F66-B5C3-4010B1737606}" srcOrd="4" destOrd="0" presId="urn:microsoft.com/office/officeart/2018/2/layout/IconCircleList"/>
    <dgm:cxn modelId="{65148FDC-F66D-4F93-9E61-C72A13B22BCD}" type="presParOf" srcId="{02C2867E-9936-4F66-B5C3-4010B1737606}" destId="{DFF4B03F-5C90-4B88-B8DA-4A693990F67C}" srcOrd="0" destOrd="0" presId="urn:microsoft.com/office/officeart/2018/2/layout/IconCircleList"/>
    <dgm:cxn modelId="{1BBDC81E-700C-4706-AD6C-B8252F30F019}" type="presParOf" srcId="{02C2867E-9936-4F66-B5C3-4010B1737606}" destId="{89735AED-E868-409A-A828-D64FCC29684C}" srcOrd="1" destOrd="0" presId="urn:microsoft.com/office/officeart/2018/2/layout/IconCircleList"/>
    <dgm:cxn modelId="{6566D998-73A5-4172-97EE-4F32761FD4B8}" type="presParOf" srcId="{02C2867E-9936-4F66-B5C3-4010B1737606}" destId="{365153DE-721F-4D32-B5F3-A3B06EC2EDDE}" srcOrd="2" destOrd="0" presId="urn:microsoft.com/office/officeart/2018/2/layout/IconCircleList"/>
    <dgm:cxn modelId="{FFF3E39C-9EE5-46B3-94CB-4EAE3F298E6C}" type="presParOf" srcId="{02C2867E-9936-4F66-B5C3-4010B1737606}" destId="{D60C74FC-91CC-49A7-BA6B-97830A0D041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2298ED-401B-4411-86A4-18416079AF81}">
      <dsp:nvSpPr>
        <dsp:cNvPr id="0" name=""/>
        <dsp:cNvSpPr/>
      </dsp:nvSpPr>
      <dsp:spPr>
        <a:xfrm>
          <a:off x="6133" y="797947"/>
          <a:ext cx="1253601" cy="125360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7703F5-7D30-4FB1-B90A-F17AC4DA3057}">
      <dsp:nvSpPr>
        <dsp:cNvPr id="0" name=""/>
        <dsp:cNvSpPr/>
      </dsp:nvSpPr>
      <dsp:spPr>
        <a:xfrm>
          <a:off x="6133" y="2170404"/>
          <a:ext cx="3581718" cy="53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ZA" sz="3400" kern="1200"/>
            <a:t>Frontend Layer</a:t>
          </a:r>
        </a:p>
      </dsp:txBody>
      <dsp:txXfrm>
        <a:off x="6133" y="2170404"/>
        <a:ext cx="3581718" cy="537257"/>
      </dsp:txXfrm>
    </dsp:sp>
    <dsp:sp modelId="{C3A89CD9-9272-483A-A73A-6D8F56C97757}">
      <dsp:nvSpPr>
        <dsp:cNvPr id="0" name=""/>
        <dsp:cNvSpPr/>
      </dsp:nvSpPr>
      <dsp:spPr>
        <a:xfrm>
          <a:off x="6133" y="2762943"/>
          <a:ext cx="3581718" cy="799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700" kern="1200"/>
            <a:t>YANG Model Definition &amp; Configuration Workflow</a:t>
          </a:r>
          <a:endParaRPr lang="en-US" sz="1700" kern="1200"/>
        </a:p>
      </dsp:txBody>
      <dsp:txXfrm>
        <a:off x="6133" y="2762943"/>
        <a:ext cx="3581718" cy="799074"/>
      </dsp:txXfrm>
    </dsp:sp>
    <dsp:sp modelId="{99FA56A9-58C9-48B2-8057-54182D6CD22A}">
      <dsp:nvSpPr>
        <dsp:cNvPr id="0" name=""/>
        <dsp:cNvSpPr/>
      </dsp:nvSpPr>
      <dsp:spPr>
        <a:xfrm>
          <a:off x="4214653" y="797947"/>
          <a:ext cx="1253601" cy="125360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610D80-132D-44FD-B16D-A7F4AAFF9AB1}">
      <dsp:nvSpPr>
        <dsp:cNvPr id="0" name=""/>
        <dsp:cNvSpPr/>
      </dsp:nvSpPr>
      <dsp:spPr>
        <a:xfrm>
          <a:off x="4214653" y="2170404"/>
          <a:ext cx="3581718" cy="53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ZA" sz="3400" kern="1200" dirty="0"/>
            <a:t>Backend Layer</a:t>
          </a:r>
          <a:endParaRPr lang="en-US" sz="3400" kern="1200" dirty="0"/>
        </a:p>
      </dsp:txBody>
      <dsp:txXfrm>
        <a:off x="4214653" y="2170404"/>
        <a:ext cx="3581718" cy="537257"/>
      </dsp:txXfrm>
    </dsp:sp>
    <dsp:sp modelId="{866853BE-D618-4FC2-A9B7-0260CB121C83}">
      <dsp:nvSpPr>
        <dsp:cNvPr id="0" name=""/>
        <dsp:cNvSpPr/>
      </dsp:nvSpPr>
      <dsp:spPr>
        <a:xfrm>
          <a:off x="4214653" y="2762943"/>
          <a:ext cx="3581718" cy="799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700" kern="1200"/>
            <a:t>SDN Controller, Protocol Engines (NETCONF/RESTCONF)</a:t>
          </a:r>
          <a:endParaRPr lang="en-US" sz="1700" kern="1200"/>
        </a:p>
      </dsp:txBody>
      <dsp:txXfrm>
        <a:off x="4214653" y="2762943"/>
        <a:ext cx="3581718" cy="799074"/>
      </dsp:txXfrm>
    </dsp:sp>
    <dsp:sp modelId="{DA0C49F3-3B35-4F05-9669-D846375E9E0D}">
      <dsp:nvSpPr>
        <dsp:cNvPr id="0" name=""/>
        <dsp:cNvSpPr/>
      </dsp:nvSpPr>
      <dsp:spPr>
        <a:xfrm>
          <a:off x="8423172" y="797947"/>
          <a:ext cx="1253601" cy="125360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EED7B4-C093-4AD7-8AA5-85DECF094C56}">
      <dsp:nvSpPr>
        <dsp:cNvPr id="0" name=""/>
        <dsp:cNvSpPr/>
      </dsp:nvSpPr>
      <dsp:spPr>
        <a:xfrm>
          <a:off x="8423172" y="2170404"/>
          <a:ext cx="3581718" cy="53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ZA" sz="3400" kern="1200"/>
            <a:t>Hardware Layer</a:t>
          </a:r>
          <a:endParaRPr lang="en-US" sz="3400" kern="1200"/>
        </a:p>
      </dsp:txBody>
      <dsp:txXfrm>
        <a:off x="8423172" y="2170404"/>
        <a:ext cx="3581718" cy="537257"/>
      </dsp:txXfrm>
    </dsp:sp>
    <dsp:sp modelId="{D93A9204-50C7-44CC-B492-5A0D4CE4E4B3}">
      <dsp:nvSpPr>
        <dsp:cNvPr id="0" name=""/>
        <dsp:cNvSpPr/>
      </dsp:nvSpPr>
      <dsp:spPr>
        <a:xfrm>
          <a:off x="8423172" y="2762943"/>
          <a:ext cx="3581718" cy="799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700" kern="1200"/>
            <a:t>Virtual Routers(</a:t>
          </a:r>
          <a:r>
            <a:rPr lang="en-US" sz="1700" b="0" i="0" kern="1200"/>
            <a:t>e.g., CSR1000v requires Cisco IOS-XE</a:t>
          </a:r>
          <a:r>
            <a:rPr lang="en-ZA" sz="1700" kern="1200"/>
            <a:t>) for Testing and Deployment </a:t>
          </a:r>
          <a:endParaRPr lang="en-US" sz="1700" kern="1200"/>
        </a:p>
      </dsp:txBody>
      <dsp:txXfrm>
        <a:off x="8423172" y="2762943"/>
        <a:ext cx="3581718" cy="7990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4AAD79-8E55-4162-9750-1F6C204C1223}">
      <dsp:nvSpPr>
        <dsp:cNvPr id="0" name=""/>
        <dsp:cNvSpPr/>
      </dsp:nvSpPr>
      <dsp:spPr>
        <a:xfrm>
          <a:off x="1302749" y="657594"/>
          <a:ext cx="1540687" cy="15406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8EAE4F-1D21-489A-AFA6-D6D7E4DE938D}">
      <dsp:nvSpPr>
        <dsp:cNvPr id="0" name=""/>
        <dsp:cNvSpPr/>
      </dsp:nvSpPr>
      <dsp:spPr>
        <a:xfrm>
          <a:off x="361218" y="2597239"/>
          <a:ext cx="342374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Accuracy: 100% config match with YANG.</a:t>
          </a:r>
        </a:p>
      </dsp:txBody>
      <dsp:txXfrm>
        <a:off x="361218" y="2597239"/>
        <a:ext cx="3423749" cy="720000"/>
      </dsp:txXfrm>
    </dsp:sp>
    <dsp:sp modelId="{797BBA13-BD05-463B-96C5-5E1C598E3C79}">
      <dsp:nvSpPr>
        <dsp:cNvPr id="0" name=""/>
        <dsp:cNvSpPr/>
      </dsp:nvSpPr>
      <dsp:spPr>
        <a:xfrm>
          <a:off x="5325655" y="657594"/>
          <a:ext cx="1540687" cy="15406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E8F487-8AB5-4EC8-9075-3CE45AA7864B}">
      <dsp:nvSpPr>
        <dsp:cNvPr id="0" name=""/>
        <dsp:cNvSpPr/>
      </dsp:nvSpPr>
      <dsp:spPr>
        <a:xfrm>
          <a:off x="4384124" y="2597239"/>
          <a:ext cx="342374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Protocol Compliance: Standard IETF protocols.</a:t>
          </a:r>
        </a:p>
      </dsp:txBody>
      <dsp:txXfrm>
        <a:off x="4384124" y="2597239"/>
        <a:ext cx="3423749" cy="720000"/>
      </dsp:txXfrm>
    </dsp:sp>
    <dsp:sp modelId="{72DCA3EE-EBEC-4192-94D0-1CD0B3BEC2CA}">
      <dsp:nvSpPr>
        <dsp:cNvPr id="0" name=""/>
        <dsp:cNvSpPr/>
      </dsp:nvSpPr>
      <dsp:spPr>
        <a:xfrm>
          <a:off x="9348561" y="657594"/>
          <a:ext cx="1540687" cy="15406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08803D-B134-4480-9709-531D87C51456}">
      <dsp:nvSpPr>
        <dsp:cNvPr id="0" name=""/>
        <dsp:cNvSpPr/>
      </dsp:nvSpPr>
      <dsp:spPr>
        <a:xfrm>
          <a:off x="8407030" y="2597239"/>
          <a:ext cx="342374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Efficiency: Reduced configuration time.</a:t>
          </a:r>
        </a:p>
      </dsp:txBody>
      <dsp:txXfrm>
        <a:off x="8407030" y="2597239"/>
        <a:ext cx="3423749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24E5ED-6F83-4932-84D4-49F06912D99E}">
      <dsp:nvSpPr>
        <dsp:cNvPr id="0" name=""/>
        <dsp:cNvSpPr/>
      </dsp:nvSpPr>
      <dsp:spPr>
        <a:xfrm>
          <a:off x="31267" y="1599808"/>
          <a:ext cx="1035782" cy="103578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03C3BB-FCA6-4B68-8E31-D6A6D49DA301}">
      <dsp:nvSpPr>
        <dsp:cNvPr id="0" name=""/>
        <dsp:cNvSpPr/>
      </dsp:nvSpPr>
      <dsp:spPr>
        <a:xfrm>
          <a:off x="248782" y="1817322"/>
          <a:ext cx="600753" cy="60075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4E9D4C-8AD6-4402-9FEE-E5429F7BCC85}">
      <dsp:nvSpPr>
        <dsp:cNvPr id="0" name=""/>
        <dsp:cNvSpPr/>
      </dsp:nvSpPr>
      <dsp:spPr>
        <a:xfrm>
          <a:off x="1289003" y="1599808"/>
          <a:ext cx="2441486" cy="10357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Accomplishments</a:t>
          </a:r>
          <a:r>
            <a:rPr lang="en-GB" sz="2000" kern="1200" dirty="0"/>
            <a:t>: The project is yet successful implemented </a:t>
          </a:r>
          <a:endParaRPr lang="en-US" sz="2000" kern="1200" dirty="0"/>
        </a:p>
      </dsp:txBody>
      <dsp:txXfrm>
        <a:off x="1289003" y="1599808"/>
        <a:ext cx="2441486" cy="1035782"/>
      </dsp:txXfrm>
    </dsp:sp>
    <dsp:sp modelId="{04D57E50-7103-4E13-A1F5-5B573B85A159}">
      <dsp:nvSpPr>
        <dsp:cNvPr id="0" name=""/>
        <dsp:cNvSpPr/>
      </dsp:nvSpPr>
      <dsp:spPr>
        <a:xfrm>
          <a:off x="4155901" y="1599808"/>
          <a:ext cx="1035782" cy="103578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956E58-F85C-4920-B383-E3841B71B429}">
      <dsp:nvSpPr>
        <dsp:cNvPr id="0" name=""/>
        <dsp:cNvSpPr/>
      </dsp:nvSpPr>
      <dsp:spPr>
        <a:xfrm>
          <a:off x="4373415" y="1817322"/>
          <a:ext cx="600753" cy="60075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3E188F-F9D6-44A9-95E5-EC10BFD86DC4}">
      <dsp:nvSpPr>
        <dsp:cNvPr id="0" name=""/>
        <dsp:cNvSpPr/>
      </dsp:nvSpPr>
      <dsp:spPr>
        <a:xfrm>
          <a:off x="5413636" y="1599808"/>
          <a:ext cx="2441486" cy="10357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Key Learnings</a:t>
          </a:r>
          <a:r>
            <a:rPr lang="en-GB" sz="2000" kern="1200" dirty="0"/>
            <a:t>: The project highlights the importance of data modelling, the challenges of tool capabilities and the value of adaptability in overcoming technical hurdles.</a:t>
          </a:r>
          <a:endParaRPr lang="en-US" sz="2000" kern="1200" dirty="0"/>
        </a:p>
      </dsp:txBody>
      <dsp:txXfrm>
        <a:off x="5413636" y="1599808"/>
        <a:ext cx="2441486" cy="1035782"/>
      </dsp:txXfrm>
    </dsp:sp>
    <dsp:sp modelId="{DFF4B03F-5C90-4B88-B8DA-4A693990F67C}">
      <dsp:nvSpPr>
        <dsp:cNvPr id="0" name=""/>
        <dsp:cNvSpPr/>
      </dsp:nvSpPr>
      <dsp:spPr>
        <a:xfrm>
          <a:off x="8280534" y="1599808"/>
          <a:ext cx="1035782" cy="103578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735AED-E868-409A-A828-D64FCC29684C}">
      <dsp:nvSpPr>
        <dsp:cNvPr id="0" name=""/>
        <dsp:cNvSpPr/>
      </dsp:nvSpPr>
      <dsp:spPr>
        <a:xfrm>
          <a:off x="8498048" y="1817322"/>
          <a:ext cx="600753" cy="60075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0C74FC-91CC-49A7-BA6B-97830A0D0419}">
      <dsp:nvSpPr>
        <dsp:cNvPr id="0" name=""/>
        <dsp:cNvSpPr/>
      </dsp:nvSpPr>
      <dsp:spPr>
        <a:xfrm>
          <a:off x="9538270" y="1599808"/>
          <a:ext cx="2441486" cy="10357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Relevance</a:t>
          </a:r>
          <a:r>
            <a:rPr lang="en-GB" sz="1800" kern="1200" dirty="0"/>
            <a:t>: This work demonstrates how modern network automation improves consistency and is important for scalable network management.</a:t>
          </a:r>
          <a:endParaRPr lang="en-US" sz="1800" kern="1200" dirty="0"/>
        </a:p>
      </dsp:txBody>
      <dsp:txXfrm>
        <a:off x="9538270" y="1599808"/>
        <a:ext cx="2441486" cy="10357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187A7A-F1AD-4867-822B-917D51B29211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25898C-5208-41FD-B8CE-4FF9A60A77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99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25898C-5208-41FD-B8CE-4FF9A60A778A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5671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EBC15-B4BB-A1D0-EAE1-60F2443014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5C096F-F323-2B3E-F154-971E749D04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447F2-5E46-AC34-937B-600BF052E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21FD2-4C75-41EA-9EF8-7586D0FC5340}" type="datetime1">
              <a:rPr lang="en-GB" smtClean="0"/>
              <a:t>25/03/2026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309A0-D376-7391-E74C-A29CA66DB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 Mnguni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990EF-6BD8-563C-D86A-5E3457CD0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5861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6FBCD-703E-BA7E-EDEB-DB6915527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C1E6A-711D-55A0-50BE-C51EA9642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75008-772B-FEC0-42A7-5D5BEACAE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D4672-E162-4C18-8498-64AC03CE02B5}" type="datetime1">
              <a:rPr lang="en-GB" smtClean="0"/>
              <a:t>25/03/2026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2F893-0CE7-B56C-53FC-9D8EFE0C0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 Mnguni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7B0A7-47B0-1BBB-6639-6F874F586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215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7686B-7809-B51B-D760-214FD3AE1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E54F39-C8B3-D30C-E10A-CD842F162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8CCFE-60BA-7072-B3DD-B18464AE1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E4D84-B1FC-463A-A8FC-83C99C2811BB}" type="datetime1">
              <a:rPr lang="en-GB" smtClean="0"/>
              <a:t>25/03/2026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698F9-B26C-67FC-607B-783B777AC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 Mnguni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DB6D1-81CF-BC5A-517A-A28E79EB8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0809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AC8BD-5B95-AF84-BE5F-CE62715BB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82CEE-01D8-DD05-8546-04E3DD845E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CDBDCC-B22F-EB54-6C86-6AF6A70FC4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24420-9648-860A-1D1D-E6AA38CB3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FCECE-D67A-444B-A79F-07482995D0E3}" type="datetime1">
              <a:rPr lang="en-GB" smtClean="0"/>
              <a:t>25/03/2026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33690B-8282-96EA-D1A6-AAC96B6A5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 Mnguni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00BE71-67EC-F793-749E-032E96602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9766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0EF57-59CC-C38A-E9C2-52A72DFBF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E609F2-C8B2-2F56-8EB3-4E13C2BCC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3F5068-8093-56FC-A0DE-DD86DF680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2CE3C7-4D8A-54B8-D1F9-9DDEE6C687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086E6B-3C24-0EEE-6643-D250BEAC09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4FED6C-A142-24AF-C424-1F0751D43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137A5-5156-41E3-905D-7B9C5EF382AD}" type="datetime1">
              <a:rPr lang="en-GB" smtClean="0"/>
              <a:t>25/03/2026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74695D-2190-BBE7-E129-3F079F6D6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 Mnguni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06E6BF-1E1D-7683-579D-A2BDB3495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8787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E4E7D-EA75-FA18-34A0-02EC358EC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2BF920-3FAC-A638-B4BA-B01297D41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9928D-E75D-4014-9F56-9059D0D81EF4}" type="datetime1">
              <a:rPr lang="en-GB" smtClean="0"/>
              <a:t>25/03/2026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23B84E-2C1B-411D-8312-7C3B696F4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 Mnguni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F33C30-2DC1-63AC-B368-0795E522C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9079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6E566D-3F0F-147D-51E6-34C7CDE1B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05E0-D1BA-46FD-898E-F6C56E0F085A}" type="datetime1">
              <a:rPr lang="en-GB" smtClean="0"/>
              <a:t>25/03/2026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E72686-EABA-B30E-36AE-26630B8A8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 Mnguni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6E26F9-8128-3CC0-8107-50BA63AE9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3711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88723-64D2-A6BC-6AB6-09908FBB3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48DA6-B709-3C90-7678-3ED494100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E54887-ADC2-469F-0065-BAF286C90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361EB0-36ED-F8CF-8F57-65B525A38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AA41-046B-4E21-BC75-39CFA775F4DD}" type="datetime1">
              <a:rPr lang="en-GB" smtClean="0"/>
              <a:t>25/03/2026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AD9F3-1C0B-5047-443A-D827F7989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 Mnguni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EA9B5B-E33E-443E-F775-ECD7AD705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6401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064D6-70E7-6AA8-48E5-097F7FAA5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B0B8E5-1543-C1B3-3737-1B74647B8F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0452DC-6159-2EB3-1948-35493F5D4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8BC003-E908-92ED-9D0C-DDCBC9A9C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8857F-9124-4AE5-8DA4-C826C5953B0A}" type="datetime1">
              <a:rPr lang="en-GB" smtClean="0"/>
              <a:t>25/03/2026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E4544-65EE-2C65-5A23-21DF3F529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 Mnguni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C94E36-4738-56CB-4864-212632AA5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9049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3DC22-7464-0F3D-F8B4-9F2F44D38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A13A9D-B716-9DEB-7501-C8149DC484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CEC8C-C266-0EDE-6A4C-ED962FFFF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7E0E6-E053-476A-8BB0-15D14A685776}" type="datetime1">
              <a:rPr lang="en-GB" smtClean="0"/>
              <a:t>25/03/2026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7723A-F713-B551-186A-133D149CA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 Mnguni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1D0CE-0CD8-0C64-69AF-C44E1C5FD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984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88F304-1627-0A3F-8415-ED0761B1A2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4ADFCD-2433-903E-75D3-9240359E10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C8DF3-B56C-07B2-A85F-D01E3D07C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E7B33-B903-453C-B8D7-8CA98DF1447A}" type="datetime1">
              <a:rPr lang="en-GB" smtClean="0"/>
              <a:t>25/03/2026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810FC-B534-B9BB-F201-823FEB4C7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 Mnguni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C3AC8-F360-B928-F544-21584ADC1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4204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82AA54-E61B-A2A5-14E6-ABF577961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B5F319-452A-8B21-2F2F-B228302A0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645E0-AB0C-47D5-51F8-55969499D5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918C55-1A1F-43E4-98D0-4972619F688A}" type="datetime1">
              <a:rPr lang="en-GB" smtClean="0"/>
              <a:t>25/03/2026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3C2D6-DFC5-DCEB-F3DA-8E03B79EAE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Dr. Mnguni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86B27-CC0D-0035-ACA4-48B4F5025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83837-7488-43F1-A241-BBF137CD6B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4729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32A51-427C-1F65-08F2-84C843B512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987701"/>
            <a:ext cx="12191999" cy="63305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GB" sz="3600" b="1" dirty="0">
                <a:latin typeface="Calibri" panose="020F0502020204030204" pitchFamily="34" charset="0"/>
                <a:cs typeface="Calibri" panose="020F0502020204030204" pitchFamily="34" charset="0"/>
              </a:rPr>
              <a:t>Industrial Computing Design Project 3 - DES371S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EBE159-35B7-87AC-4974-B73F59DDF6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139" y="4870299"/>
            <a:ext cx="11614188" cy="1926037"/>
          </a:xfrm>
        </p:spPr>
        <p:txBody>
          <a:bodyPr>
            <a:normAutofit lnSpcReduction="10000"/>
          </a:bodyPr>
          <a:lstStyle/>
          <a:p>
            <a:pPr algn="l"/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Student Initials and Surname: Y Hlohla</a:t>
            </a:r>
          </a:p>
          <a:p>
            <a:pPr algn="l"/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Student Number: 230540414</a:t>
            </a:r>
          </a:p>
          <a:p>
            <a:pPr algn="l"/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Lecturers: Dr A Brandt &amp; Dr Ali Almaktoof</a:t>
            </a:r>
          </a:p>
          <a:p>
            <a:pPr algn="l"/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Supervisor: Dr A Brandt </a:t>
            </a:r>
          </a:p>
          <a:p>
            <a:pPr algn="l"/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Date of Evaluation: 30 October 2025</a:t>
            </a:r>
          </a:p>
          <a:p>
            <a:endParaRPr lang="en-GB" sz="1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65EBD-4613-F5E2-1234-E6E8702B6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58D0-6602-40BE-BEF0-E7E8585BE713}" type="slidenum">
              <a:rPr lang="en-GB" smtClean="0"/>
              <a:t>1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6F05B3-914E-7E07-D01B-EAF7A0D45254}"/>
              </a:ext>
            </a:extLst>
          </p:cNvPr>
          <p:cNvSpPr txBox="1"/>
          <p:nvPr/>
        </p:nvSpPr>
        <p:spPr>
          <a:xfrm>
            <a:off x="360139" y="2810653"/>
            <a:ext cx="1076506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000" dirty="0">
                <a:solidFill>
                  <a:srgbClr val="011C3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Title of Project: SDN-Based Device Programming Using YANG Model and Languages, YANG-Based Network Automation &amp; Configuration using NETCONF/RESTCONF. </a:t>
            </a:r>
          </a:p>
        </p:txBody>
      </p:sp>
    </p:spTree>
    <p:extLst>
      <p:ext uri="{BB962C8B-B14F-4D97-AF65-F5344CB8AC3E}">
        <p14:creationId xmlns:p14="http://schemas.microsoft.com/office/powerpoint/2010/main" val="850881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3FB42C-99C6-5BD1-29EA-5E7DC3103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err="1"/>
              <a:t>Dr.</a:t>
            </a:r>
            <a:r>
              <a:rPr lang="en-GB" dirty="0"/>
              <a:t> A Almaktoof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C9E90D-7C72-ADE1-E562-C9AA1F29B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35966-2214-4926-BCE1-8A6B8A199F3B}" type="slidenum">
              <a:rPr lang="en-GB" smtClean="0"/>
              <a:t>2</a:t>
            </a:fld>
            <a:endParaRPr lang="en-GB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A35D925-4327-A637-08EC-C49F9830C731}"/>
              </a:ext>
            </a:extLst>
          </p:cNvPr>
          <p:cNvSpPr txBox="1">
            <a:spLocks/>
          </p:cNvSpPr>
          <p:nvPr/>
        </p:nvSpPr>
        <p:spPr>
          <a:xfrm>
            <a:off x="0" y="971550"/>
            <a:ext cx="12192000" cy="904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Outline</a:t>
            </a:r>
            <a:r>
              <a:rPr lang="en-GB" b="1" dirty="0"/>
              <a:t> </a:t>
            </a:r>
            <a:endParaRPr lang="en-ZA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D5F0A2-FE0A-DD46-6658-770BB4420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975" y="2175367"/>
            <a:ext cx="12011025" cy="37110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1. Introduction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2. Project Objectives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3. System Design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4. Methodology</a:t>
            </a:r>
          </a:p>
          <a:p>
            <a:pPr marL="0" indent="0">
              <a:buNone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5. Management (GA 11)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6. Conclusion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9038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84296-99EC-D062-733D-28284B883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1550"/>
            <a:ext cx="12192000" cy="563563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1. Introduction</a:t>
            </a:r>
            <a:endParaRPr lang="en-ZA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D30DD-CBDF-E411-2A8D-0179F26E5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err="1"/>
              <a:t>Dr.</a:t>
            </a:r>
            <a:r>
              <a:rPr lang="en-GB" dirty="0"/>
              <a:t> A Almaktoof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5B9200-2E84-04A5-CC05-9F66821C5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3</a:t>
            </a:fld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CDFA1C-2C76-ADB4-6202-134A280E6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975" y="1895060"/>
            <a:ext cx="12011025" cy="4359965"/>
          </a:xfrm>
        </p:spPr>
        <p:txBody>
          <a:bodyPr>
            <a:normAutofit/>
          </a:bodyPr>
          <a:lstStyle/>
          <a:p>
            <a:r>
              <a:rPr lang="en-US" b="1" dirty="0"/>
              <a:t>Motivation</a:t>
            </a:r>
          </a:p>
          <a:p>
            <a:pPr lvl="1"/>
            <a:r>
              <a:rPr lang="en-US" dirty="0"/>
              <a:t>Manual Configuration: Time-consuming, Error-Prone, Hard to Scale</a:t>
            </a:r>
          </a:p>
          <a:p>
            <a:pPr lvl="1"/>
            <a:r>
              <a:rPr lang="en-US" dirty="0"/>
              <a:t>CLI: Inconsistent, Lacks Automation</a:t>
            </a:r>
            <a:endParaRPr lang="en-US" b="1" dirty="0"/>
          </a:p>
          <a:p>
            <a:pPr lvl="1"/>
            <a:r>
              <a:rPr lang="en-US" dirty="0"/>
              <a:t>Model-Driven Control</a:t>
            </a:r>
          </a:p>
          <a:p>
            <a:r>
              <a:rPr lang="en-US" b="1" dirty="0"/>
              <a:t>Key Value Proposition</a:t>
            </a:r>
          </a:p>
          <a:p>
            <a:pPr lvl="1"/>
            <a:r>
              <a:rPr lang="en-US" dirty="0"/>
              <a:t>YANG Models: Structured, Vendor-Neutral Configurations</a:t>
            </a:r>
          </a:p>
          <a:p>
            <a:pPr lvl="1"/>
            <a:r>
              <a:rPr lang="en-US" dirty="0"/>
              <a:t>NETCONF/RESTCONF: Automated Device Programming</a:t>
            </a:r>
          </a:p>
          <a:p>
            <a:pPr lvl="1"/>
            <a:r>
              <a:rPr lang="en-US" dirty="0"/>
              <a:t>SDN Coordination: Flexible and Scalable Management Solutions</a:t>
            </a:r>
            <a:endParaRPr lang="en-US" b="1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621F229-320E-F247-4701-5B9F5AD81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SDN-powered automation for responsive and scalable infrastructure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951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84296-99EC-D062-733D-28284B883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1550"/>
            <a:ext cx="12192000" cy="563563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Project Objectives</a:t>
            </a:r>
            <a:endParaRPr lang="en-ZA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D30DD-CBDF-E411-2A8D-0179F26E5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 A Almaktoof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5B9200-2E84-04A5-CC05-9F66821C5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4</a:t>
            </a:fld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CDFA1C-2C76-ADB4-6202-134A280E6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87" y="1906704"/>
            <a:ext cx="12011025" cy="4235399"/>
          </a:xfrm>
        </p:spPr>
        <p:txBody>
          <a:bodyPr>
            <a:normAutofit/>
          </a:bodyPr>
          <a:lstStyle/>
          <a:p>
            <a:r>
              <a:rPr lang="en-US" b="1" dirty="0"/>
              <a:t>Core Objectives</a:t>
            </a:r>
            <a:r>
              <a:rPr lang="en-US" dirty="0"/>
              <a:t>:</a:t>
            </a:r>
          </a:p>
          <a:p>
            <a:pPr lvl="1">
              <a:lnSpc>
                <a:spcPct val="200000"/>
              </a:lnSpc>
            </a:pPr>
            <a:r>
              <a:rPr lang="en-US" sz="2800" dirty="0"/>
              <a:t>OpenDaylight SDN controller for central management.</a:t>
            </a:r>
          </a:p>
          <a:p>
            <a:pPr lvl="1">
              <a:lnSpc>
                <a:spcPct val="200000"/>
              </a:lnSpc>
            </a:pPr>
            <a:r>
              <a:rPr lang="en-US" sz="2800" dirty="0"/>
              <a:t> Employ NETCONF/RESTCONF protocols.</a:t>
            </a:r>
          </a:p>
          <a:p>
            <a:pPr lvl="1">
              <a:lnSpc>
                <a:spcPct val="200000"/>
              </a:lnSpc>
            </a:pPr>
            <a:r>
              <a:rPr lang="en-US" sz="2800" dirty="0"/>
              <a:t> Implement and validate YANG models.</a:t>
            </a:r>
          </a:p>
        </p:txBody>
      </p:sp>
    </p:spTree>
    <p:extLst>
      <p:ext uri="{BB962C8B-B14F-4D97-AF65-F5344CB8AC3E}">
        <p14:creationId xmlns:p14="http://schemas.microsoft.com/office/powerpoint/2010/main" val="3333602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84296-99EC-D062-733D-28284B883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1550"/>
            <a:ext cx="12192000" cy="563563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>
                <a:latin typeface="Calibri" panose="020F0502020204030204" pitchFamily="34" charset="0"/>
                <a:cs typeface="Calibri" panose="020F0502020204030204" pitchFamily="34" charset="0"/>
              </a:rPr>
              <a:t>3. System Design</a:t>
            </a:r>
            <a:endParaRPr lang="en-ZA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D30DD-CBDF-E411-2A8D-0179F26E5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 A Almaktoof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5B9200-2E84-04A5-CC05-9F66821C5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5</a:t>
            </a:fld>
            <a:endParaRPr lang="en-GB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5551122-273F-A5A6-9F3A-650AEEB67F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2605435"/>
              </p:ext>
            </p:extLst>
          </p:nvPr>
        </p:nvGraphicFramePr>
        <p:xfrm>
          <a:off x="180975" y="1895060"/>
          <a:ext cx="12011025" cy="4359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94771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91BB193-87F5-ABB3-801A-45A5E1927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 Mnguni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A7FFC8-748C-866C-37D7-76BD392DE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6</a:t>
            </a:fld>
            <a:endParaRPr lang="en-GB"/>
          </a:p>
        </p:txBody>
      </p:sp>
      <p:pic>
        <p:nvPicPr>
          <p:cNvPr id="7" name="Picture 6" descr="A diagram of a network system&#10;&#10;AI-generated content may be incorrect.">
            <a:extLst>
              <a:ext uri="{FF2B5EF4-FFF2-40B4-BE49-F238E27FC236}">
                <a16:creationId xmlns:a16="http://schemas.microsoft.com/office/drawing/2014/main" id="{2845A287-51C4-5971-E574-6A226CB76F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002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84296-99EC-D062-733D-28284B883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1550"/>
            <a:ext cx="12192000" cy="563563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>
                <a:latin typeface="Calibri" panose="020F0502020204030204" pitchFamily="34" charset="0"/>
                <a:cs typeface="Calibri" panose="020F0502020204030204" pitchFamily="34" charset="0"/>
              </a:rPr>
              <a:t>4. Methodology</a:t>
            </a:r>
            <a:endParaRPr lang="en-ZA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D30DD-CBDF-E411-2A8D-0179F26E5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 A Almaktoof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5B9200-2E84-04A5-CC05-9F66821C5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7</a:t>
            </a:fld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CDFA1C-2C76-ADB4-6202-134A280E6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975" y="1895060"/>
            <a:ext cx="12011025" cy="4359965"/>
          </a:xfrm>
        </p:spPr>
        <p:txBody>
          <a:bodyPr>
            <a:normAutofit/>
          </a:bodyPr>
          <a:lstStyle/>
          <a:p>
            <a:r>
              <a:rPr lang="en-US" dirty="0"/>
              <a:t>Design: Define YANG models.</a:t>
            </a:r>
          </a:p>
          <a:p>
            <a:endParaRPr lang="en-US" altLang="en-US" dirty="0">
              <a:latin typeface="Arial" panose="020B0604020202020204" pitchFamily="34" charset="0"/>
            </a:endParaRPr>
          </a:p>
          <a:p>
            <a:r>
              <a:rPr lang="en-US" dirty="0"/>
              <a:t>Validate: Use </a:t>
            </a:r>
            <a:r>
              <a:rPr lang="en-US" dirty="0" err="1"/>
              <a:t>pyang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Integrate: Load models into OpenDaylight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/>
              <a:t>Deploy: Push configs to Cisco </a:t>
            </a:r>
            <a:r>
              <a:rPr lang="en-US" dirty="0" err="1"/>
              <a:t>XRv</a:t>
            </a:r>
            <a:r>
              <a:rPr lang="en-US" dirty="0"/>
              <a:t> routers.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1363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84296-99EC-D062-733D-28284B883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1550"/>
            <a:ext cx="12192000" cy="563563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6. Management (GA 11) </a:t>
            </a:r>
            <a:endParaRPr lang="en-ZA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D30DD-CBDF-E411-2A8D-0179F26E5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err="1"/>
              <a:t>Dr.</a:t>
            </a:r>
            <a:r>
              <a:rPr lang="en-GB" dirty="0"/>
              <a:t> A Almaktoof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5B9200-2E84-04A5-CC05-9F66821C5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8</a:t>
            </a:fld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CDFA1C-2C76-ADB4-6202-134A280E6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895060"/>
            <a:ext cx="12192000" cy="563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A7E2"/>
                </a:solidFill>
              </a:rPr>
              <a:t>6.1 Proposal: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D18A0-3FF4-1AA0-1E7D-23B2698707F8}"/>
              </a:ext>
            </a:extLst>
          </p:cNvPr>
          <p:cNvSpPr txBox="1">
            <a:spLocks/>
          </p:cNvSpPr>
          <p:nvPr/>
        </p:nvSpPr>
        <p:spPr>
          <a:xfrm>
            <a:off x="1" y="2458623"/>
            <a:ext cx="12191999" cy="397483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b="1" dirty="0"/>
              <a:t>Problem</a:t>
            </a:r>
          </a:p>
          <a:p>
            <a:pPr lvl="1"/>
            <a:r>
              <a:rPr lang="en-ZA" dirty="0"/>
              <a:t>Manual configuration issues</a:t>
            </a:r>
          </a:p>
          <a:p>
            <a:pPr lvl="1"/>
            <a:r>
              <a:rPr lang="en-ZA" dirty="0"/>
              <a:t>Lack of centralized control limits scalability and consistency in SDN environments</a:t>
            </a:r>
          </a:p>
          <a:p>
            <a:r>
              <a:rPr lang="en-ZA" b="1" dirty="0"/>
              <a:t>Plan</a:t>
            </a:r>
          </a:p>
          <a:p>
            <a:pPr lvl="1"/>
            <a:r>
              <a:rPr lang="en-ZA" dirty="0"/>
              <a:t>Implement model-driven automation using YANG data models</a:t>
            </a:r>
          </a:p>
          <a:p>
            <a:pPr lvl="1"/>
            <a:r>
              <a:rPr lang="en-ZA" dirty="0"/>
              <a:t>Use NETCONF/RESTCONF protocols for structured device configuration</a:t>
            </a:r>
          </a:p>
          <a:p>
            <a:pPr lvl="1"/>
            <a:r>
              <a:rPr lang="en-ZA" dirty="0"/>
              <a:t>Deploy configurations via a central SDN controller	</a:t>
            </a:r>
          </a:p>
          <a:p>
            <a:r>
              <a:rPr lang="en-US" b="1" dirty="0"/>
              <a:t>Expected Outcomes</a:t>
            </a:r>
          </a:p>
          <a:p>
            <a:pPr lvl="1"/>
            <a:r>
              <a:rPr lang="en-US" dirty="0"/>
              <a:t>Accelerated deployment and maintenance of network devices</a:t>
            </a:r>
          </a:p>
          <a:p>
            <a:pPr lvl="1"/>
            <a:r>
              <a:rPr lang="en-US" dirty="0"/>
              <a:t>Faster deployment cycles with reduced manual overhead</a:t>
            </a:r>
          </a:p>
          <a:p>
            <a:pPr lvl="1"/>
            <a:r>
              <a:rPr lang="en-US" dirty="0"/>
              <a:t>Foundation for future multi-vendor automation integration</a:t>
            </a:r>
          </a:p>
          <a:p>
            <a:endParaRPr lang="en-ZA" sz="2800" dirty="0"/>
          </a:p>
        </p:txBody>
      </p:sp>
    </p:spTree>
    <p:extLst>
      <p:ext uri="{BB962C8B-B14F-4D97-AF65-F5344CB8AC3E}">
        <p14:creationId xmlns:p14="http://schemas.microsoft.com/office/powerpoint/2010/main" val="2240924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84296-99EC-D062-733D-28284B883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1550"/>
            <a:ext cx="12192000" cy="563563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6. Management (GA 11) </a:t>
            </a:r>
            <a:endParaRPr lang="en-ZA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D30DD-CBDF-E411-2A8D-0179F26E5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err="1"/>
              <a:t>Dr.</a:t>
            </a:r>
            <a:r>
              <a:rPr lang="en-GB" dirty="0"/>
              <a:t> A Almaktoof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5B9200-2E84-04A5-CC05-9F66821C5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9</a:t>
            </a:fld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CDFA1C-2C76-ADB4-6202-134A280E6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895060"/>
            <a:ext cx="12192000" cy="563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A7E2"/>
                </a:solidFill>
              </a:rPr>
              <a:t>6.2 Budget: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D18A0-3FF4-1AA0-1E7D-23B2698707F8}"/>
              </a:ext>
            </a:extLst>
          </p:cNvPr>
          <p:cNvSpPr txBox="1">
            <a:spLocks/>
          </p:cNvSpPr>
          <p:nvPr/>
        </p:nvSpPr>
        <p:spPr>
          <a:xfrm>
            <a:off x="1" y="2458623"/>
            <a:ext cx="12191998" cy="3974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b="1" dirty="0"/>
              <a:t>Software &amp; Design</a:t>
            </a:r>
          </a:p>
          <a:p>
            <a:pPr lvl="1"/>
            <a:r>
              <a:rPr lang="en-US" sz="2600" dirty="0"/>
              <a:t>Fully open-source</a:t>
            </a:r>
          </a:p>
          <a:p>
            <a:pPr lvl="1"/>
            <a:r>
              <a:rPr lang="en-US" sz="2600" dirty="0"/>
              <a:t>No licensing or platform costs</a:t>
            </a:r>
          </a:p>
          <a:p>
            <a:r>
              <a:rPr lang="en-US" sz="2600" b="1" dirty="0"/>
              <a:t>Hardware Requirements</a:t>
            </a:r>
          </a:p>
          <a:p>
            <a:pPr lvl="1"/>
            <a:r>
              <a:rPr lang="en-US" sz="2600" dirty="0"/>
              <a:t>A standard computer is sufficient for virtual lab setup</a:t>
            </a:r>
          </a:p>
          <a:p>
            <a:pPr lvl="1"/>
            <a:r>
              <a:rPr lang="en-US" sz="2600" dirty="0"/>
              <a:t>Physical routers are optional and budgeted based on user preference</a:t>
            </a:r>
          </a:p>
          <a:p>
            <a:r>
              <a:rPr lang="en-US" sz="2600" b="1" dirty="0"/>
              <a:t>Estimated Cost</a:t>
            </a:r>
          </a:p>
          <a:p>
            <a:pPr lvl="1"/>
            <a:r>
              <a:rPr lang="en-US" sz="2600" dirty="0"/>
              <a:t>Virtual setup: R0</a:t>
            </a:r>
          </a:p>
          <a:p>
            <a:pPr lvl="1"/>
            <a:r>
              <a:rPr lang="en-US" sz="2600" dirty="0"/>
              <a:t>Physical devices: Variable (user-defined)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16550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84296-99EC-D062-733D-28284B883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1550"/>
            <a:ext cx="12192000" cy="563563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6. Management (GA 11) </a:t>
            </a:r>
            <a:endParaRPr lang="en-ZA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D30DD-CBDF-E411-2A8D-0179F26E5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err="1"/>
              <a:t>Dr.</a:t>
            </a:r>
            <a:r>
              <a:rPr lang="en-GB" dirty="0"/>
              <a:t> A Almaktoof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5B9200-2E84-04A5-CC05-9F66821C5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10</a:t>
            </a:fld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CDFA1C-2C76-ADB4-6202-134A280E6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895060"/>
            <a:ext cx="12192000" cy="563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A7E2"/>
                </a:solidFill>
              </a:rPr>
              <a:t>6.3 Risk Analysis: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D18A0-3FF4-1AA0-1E7D-23B2698707F8}"/>
              </a:ext>
            </a:extLst>
          </p:cNvPr>
          <p:cNvSpPr txBox="1">
            <a:spLocks/>
          </p:cNvSpPr>
          <p:nvPr/>
        </p:nvSpPr>
        <p:spPr>
          <a:xfrm>
            <a:off x="1" y="2458623"/>
            <a:ext cx="12191998" cy="3974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2600" b="1" dirty="0"/>
              <a:t>Project-Level Risks</a:t>
            </a:r>
            <a:endParaRPr lang="en-US" sz="2600" b="1" dirty="0"/>
          </a:p>
          <a:p>
            <a:pPr lvl="1"/>
            <a:r>
              <a:rPr lang="en-US" sz="2600" dirty="0"/>
              <a:t>Risks due to initial misdirection specifically.</a:t>
            </a:r>
          </a:p>
          <a:p>
            <a:pPr lvl="1"/>
            <a:r>
              <a:rPr lang="en-US" sz="2600" dirty="0"/>
              <a:t>This limitation leads of  virtual routers.</a:t>
            </a:r>
            <a:endParaRPr lang="en-ZA" sz="2600" b="1" dirty="0"/>
          </a:p>
          <a:p>
            <a:r>
              <a:rPr lang="en-ZA" sz="2600" b="1" dirty="0"/>
              <a:t>Technology Decision Risks</a:t>
            </a:r>
          </a:p>
          <a:p>
            <a:pPr lvl="1"/>
            <a:r>
              <a:rPr lang="en-US" sz="2600" dirty="0"/>
              <a:t>A key decision point involved choosing between </a:t>
            </a:r>
            <a:r>
              <a:rPr lang="en-US" sz="2600" b="1" dirty="0"/>
              <a:t>Yang Suite</a:t>
            </a:r>
            <a:r>
              <a:rPr lang="en-US" sz="2600" dirty="0"/>
              <a:t> and the </a:t>
            </a:r>
            <a:r>
              <a:rPr lang="en-US" sz="2600" b="1" dirty="0"/>
              <a:t>OpenDaylight</a:t>
            </a:r>
            <a:r>
              <a:rPr lang="en-US" sz="2600" dirty="0"/>
              <a:t> approach.</a:t>
            </a:r>
          </a:p>
          <a:p>
            <a:pPr lvl="1"/>
            <a:r>
              <a:rPr lang="en-US" sz="2600" dirty="0"/>
              <a:t>Opting for OpenDaylight introduced risks due to:</a:t>
            </a:r>
          </a:p>
          <a:p>
            <a:pPr lvl="2"/>
            <a:r>
              <a:rPr lang="en-US" sz="2600" dirty="0"/>
              <a:t>Limited functionality</a:t>
            </a:r>
          </a:p>
          <a:p>
            <a:pPr lvl="2"/>
            <a:r>
              <a:rPr lang="en-US" sz="2600" dirty="0"/>
              <a:t>Dependency on external sources before full utilization</a:t>
            </a:r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81881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84296-99EC-D062-733D-28284B883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1550"/>
            <a:ext cx="12192000" cy="563563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6. Management (GA 11) </a:t>
            </a:r>
            <a:endParaRPr lang="en-ZA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D30DD-CBDF-E411-2A8D-0179F26E5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err="1"/>
              <a:t>Dr.</a:t>
            </a:r>
            <a:r>
              <a:rPr lang="en-GB" dirty="0"/>
              <a:t> A Almaktoof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5B9200-2E84-04A5-CC05-9F66821C5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11</a:t>
            </a:fld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CDFA1C-2C76-ADB4-6202-134A280E6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895060"/>
            <a:ext cx="12192000" cy="563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A7E2"/>
                </a:solidFill>
              </a:rPr>
              <a:t>6.4 Time and Change Management: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D18A0-3FF4-1AA0-1E7D-23B2698707F8}"/>
              </a:ext>
            </a:extLst>
          </p:cNvPr>
          <p:cNvSpPr txBox="1">
            <a:spLocks/>
          </p:cNvSpPr>
          <p:nvPr/>
        </p:nvSpPr>
        <p:spPr>
          <a:xfrm>
            <a:off x="1" y="2458623"/>
            <a:ext cx="12191998" cy="3974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B1455"/>
                </a:solidFill>
              </a:rPr>
              <a:t>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39D7F50-4CB0-3095-3BE5-985A6F14F3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53529"/>
              </p:ext>
            </p:extLst>
          </p:nvPr>
        </p:nvGraphicFramePr>
        <p:xfrm>
          <a:off x="25401" y="2818570"/>
          <a:ext cx="11507838" cy="30678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5946">
                  <a:extLst>
                    <a:ext uri="{9D8B030D-6E8A-4147-A177-3AD203B41FA5}">
                      <a16:colId xmlns:a16="http://schemas.microsoft.com/office/drawing/2014/main" val="4275804946"/>
                    </a:ext>
                  </a:extLst>
                </a:gridCol>
                <a:gridCol w="3835946">
                  <a:extLst>
                    <a:ext uri="{9D8B030D-6E8A-4147-A177-3AD203B41FA5}">
                      <a16:colId xmlns:a16="http://schemas.microsoft.com/office/drawing/2014/main" val="3973555242"/>
                    </a:ext>
                  </a:extLst>
                </a:gridCol>
                <a:gridCol w="3835946">
                  <a:extLst>
                    <a:ext uri="{9D8B030D-6E8A-4147-A177-3AD203B41FA5}">
                      <a16:colId xmlns:a16="http://schemas.microsoft.com/office/drawing/2014/main" val="813144932"/>
                    </a:ext>
                  </a:extLst>
                </a:gridCol>
              </a:tblGrid>
              <a:tr h="496575">
                <a:tc>
                  <a:txBody>
                    <a:bodyPr/>
                    <a:lstStyle/>
                    <a:p>
                      <a:r>
                        <a:rPr lang="en-ZA" dirty="0"/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8177200"/>
                  </a:ext>
                </a:extLst>
              </a:tr>
              <a:tr h="857102">
                <a:tc>
                  <a:txBody>
                    <a:bodyPr/>
                    <a:lstStyle/>
                    <a:p>
                      <a:r>
                        <a:rPr lang="en-ZA" b="1" dirty="0"/>
                        <a:t>Phase 1: Theoretical Understanding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Months 1–3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Deep dive into core concepts and protocols</a:t>
                      </a:r>
                      <a:endParaRPr lang="en-Z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217951"/>
                  </a:ext>
                </a:extLst>
              </a:tr>
              <a:tr h="857102">
                <a:tc>
                  <a:txBody>
                    <a:bodyPr/>
                    <a:lstStyle/>
                    <a:p>
                      <a:r>
                        <a:rPr lang="en-ZA" b="1" dirty="0"/>
                        <a:t>Phase 2: Simulation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Months 3-7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Setup and validation of virtual environments</a:t>
                      </a:r>
                      <a:endParaRPr lang="en-Z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554491"/>
                  </a:ext>
                </a:extLst>
              </a:tr>
              <a:tr h="857102">
                <a:tc>
                  <a:txBody>
                    <a:bodyPr/>
                    <a:lstStyle/>
                    <a:p>
                      <a:r>
                        <a:rPr lang="en-ZA" b="1" dirty="0"/>
                        <a:t>Phase 3: Full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Months 7-9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Comprehensive testing with real devices</a:t>
                      </a:r>
                      <a:endParaRPr lang="en-Z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4858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7416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84296-99EC-D062-733D-28284B883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1550"/>
            <a:ext cx="12192000" cy="563563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6. Management (GA 11) </a:t>
            </a:r>
            <a:endParaRPr lang="en-ZA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D30DD-CBDF-E411-2A8D-0179F26E5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err="1"/>
              <a:t>Dr.</a:t>
            </a:r>
            <a:r>
              <a:rPr lang="en-GB" dirty="0"/>
              <a:t> A Almaktoof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5B9200-2E84-04A5-CC05-9F66821C5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12</a:t>
            </a:fld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CDFA1C-2C76-ADB4-6202-134A280E6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895060"/>
            <a:ext cx="12192000" cy="563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A7E2"/>
                </a:solidFill>
              </a:rPr>
              <a:t>6.5 Quality Assurance: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EC9A8682-09D0-8838-DBFF-9D94818A74A6}"/>
              </a:ext>
            </a:extLst>
          </p:cNvPr>
          <p:cNvGraphicFramePr/>
          <p:nvPr/>
        </p:nvGraphicFramePr>
        <p:xfrm>
          <a:off x="1" y="2458623"/>
          <a:ext cx="12191999" cy="39748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56747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84296-99EC-D062-733D-28284B883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6. Management (GA 11) </a:t>
            </a:r>
            <a:endParaRPr lang="en-ZA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CDFA1C-2C76-ADB4-6202-134A280E6A5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A7E2"/>
                </a:solidFill>
              </a:rPr>
              <a:t>6.6 Economics Principles:</a:t>
            </a:r>
          </a:p>
          <a:p>
            <a:pPr marL="0" indent="0">
              <a:buNone/>
            </a:pPr>
            <a:endParaRPr lang="en-US" b="1" dirty="0">
              <a:solidFill>
                <a:srgbClr val="00A7E2"/>
              </a:solidFill>
            </a:endParaRPr>
          </a:p>
          <a:p>
            <a:r>
              <a:rPr lang="en-US" b="1" dirty="0"/>
              <a:t>Short-Term Cost</a:t>
            </a:r>
          </a:p>
          <a:p>
            <a:pPr lvl="1"/>
            <a:r>
              <a:rPr lang="en-US" dirty="0"/>
              <a:t>Development &amp; integration effort</a:t>
            </a:r>
          </a:p>
          <a:p>
            <a:pPr lvl="1"/>
            <a:r>
              <a:rPr lang="en-US" dirty="0"/>
              <a:t>Tooling and setup (e.g., ODL, YANG models)</a:t>
            </a:r>
          </a:p>
          <a:p>
            <a:r>
              <a:rPr lang="en-US" b="1" dirty="0"/>
              <a:t>Long-Term Value</a:t>
            </a:r>
          </a:p>
          <a:p>
            <a:pPr lvl="1"/>
            <a:r>
              <a:rPr lang="en-US" dirty="0"/>
              <a:t>Reduced config errors</a:t>
            </a:r>
          </a:p>
          <a:p>
            <a:pPr lvl="1"/>
            <a:r>
              <a:rPr lang="en-US" dirty="0"/>
              <a:t>Operational efficiency</a:t>
            </a:r>
          </a:p>
          <a:p>
            <a:pPr lvl="1"/>
            <a:r>
              <a:rPr lang="en-US" dirty="0"/>
              <a:t>Positive</a:t>
            </a:r>
            <a:r>
              <a:rPr lang="en-US" i="1" dirty="0"/>
              <a:t> </a:t>
            </a:r>
            <a:r>
              <a:rPr lang="en-US" dirty="0"/>
              <a:t>return on investment</a:t>
            </a:r>
          </a:p>
          <a:p>
            <a:pPr marL="0" indent="0">
              <a:buNone/>
            </a:pPr>
            <a:endParaRPr lang="en-US" sz="1050" dirty="0">
              <a:solidFill>
                <a:srgbClr val="0B1455"/>
              </a:solidFill>
            </a:endParaRPr>
          </a:p>
          <a:p>
            <a:pPr marL="0" indent="0">
              <a:buNone/>
            </a:pPr>
            <a:endParaRPr lang="en-US" sz="1050" dirty="0">
              <a:solidFill>
                <a:srgbClr val="0B1455"/>
              </a:solidFill>
            </a:endParaRPr>
          </a:p>
          <a:p>
            <a:pPr marL="0" indent="0">
              <a:buNone/>
            </a:pPr>
            <a:endParaRPr lang="en-US" sz="1050" dirty="0">
              <a:solidFill>
                <a:srgbClr val="0B1455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A7E2"/>
              </a:solidFill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4CF4A789-4FE1-498A-7D8C-EFFE55E54B7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b="1" dirty="0">
              <a:solidFill>
                <a:srgbClr val="0B1455"/>
              </a:solidFill>
            </a:endParaRPr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Principles Applied</a:t>
            </a:r>
          </a:p>
          <a:p>
            <a:pPr lvl="1"/>
            <a:r>
              <a:rPr lang="en-US" dirty="0"/>
              <a:t>Cost-benefit analysis</a:t>
            </a:r>
          </a:p>
          <a:p>
            <a:pPr lvl="1"/>
            <a:r>
              <a:rPr lang="en-US" dirty="0"/>
              <a:t>Return on investment modeling</a:t>
            </a:r>
          </a:p>
          <a:p>
            <a:pPr lvl="1"/>
            <a:r>
              <a:rPr lang="en-US" dirty="0"/>
              <a:t>Net present value positive</a:t>
            </a:r>
          </a:p>
          <a:p>
            <a:r>
              <a:rPr lang="en-US" b="1" dirty="0"/>
              <a:t>Impact</a:t>
            </a:r>
          </a:p>
          <a:p>
            <a:pPr lvl="1"/>
            <a:r>
              <a:rPr lang="en-US" dirty="0"/>
              <a:t>Scalable across devices</a:t>
            </a:r>
          </a:p>
          <a:p>
            <a:pPr lvl="1"/>
            <a:r>
              <a:rPr lang="en-US" dirty="0"/>
              <a:t>Financially sustainable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D30DD-CBDF-E411-2A8D-0179F26E5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err="1"/>
              <a:t>Dr.</a:t>
            </a:r>
            <a:r>
              <a:rPr lang="en-GB" dirty="0"/>
              <a:t> A Almaktoof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5B9200-2E84-04A5-CC05-9F66821C5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5527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84296-99EC-D062-733D-28284B883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1550"/>
            <a:ext cx="12192000" cy="563563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6. Management (GA 11) </a:t>
            </a:r>
            <a:endParaRPr lang="en-ZA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D30DD-CBDF-E411-2A8D-0179F26E5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err="1"/>
              <a:t>Dr.</a:t>
            </a:r>
            <a:r>
              <a:rPr lang="en-GB" dirty="0"/>
              <a:t> A Almaktoof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5B9200-2E84-04A5-CC05-9F66821C5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14</a:t>
            </a:fld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CDFA1C-2C76-ADB4-6202-134A280E6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895060"/>
            <a:ext cx="12192000" cy="563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00A7E2"/>
                </a:solidFill>
              </a:rPr>
              <a:t>6.7 Evaluation of Project Outcomes:</a:t>
            </a:r>
            <a:endParaRPr lang="en-US" b="1" dirty="0">
              <a:solidFill>
                <a:srgbClr val="00A7E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D18A0-3FF4-1AA0-1E7D-23B2698707F8}"/>
              </a:ext>
            </a:extLst>
          </p:cNvPr>
          <p:cNvSpPr txBox="1">
            <a:spLocks/>
          </p:cNvSpPr>
          <p:nvPr/>
        </p:nvSpPr>
        <p:spPr>
          <a:xfrm>
            <a:off x="1" y="2458623"/>
            <a:ext cx="12191999" cy="3974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What has been done so far:</a:t>
            </a:r>
            <a:endParaRPr lang="en-US" sz="2400" dirty="0"/>
          </a:p>
          <a:p>
            <a:pPr lvl="1"/>
            <a:r>
              <a:rPr lang="en-US" sz="2000" dirty="0"/>
              <a:t>Tested communication devices</a:t>
            </a:r>
          </a:p>
          <a:p>
            <a:pPr lvl="1"/>
            <a:r>
              <a:rPr lang="en-US" sz="2400" dirty="0"/>
              <a:t>Implemented NETCONF and </a:t>
            </a:r>
          </a:p>
          <a:p>
            <a:pPr marL="457200" lvl="1" indent="0">
              <a:buNone/>
            </a:pPr>
            <a:r>
              <a:rPr lang="en-US" sz="2400" dirty="0"/>
              <a:t>RESTCONF  </a:t>
            </a:r>
          </a:p>
          <a:p>
            <a:pPr lvl="1"/>
            <a:r>
              <a:rPr lang="en-US" dirty="0"/>
              <a:t>Conduct</a:t>
            </a:r>
            <a:r>
              <a:rPr lang="en-US" b="1" dirty="0"/>
              <a:t> end-to-end testing</a:t>
            </a:r>
            <a:r>
              <a:rPr lang="en-US" dirty="0"/>
              <a:t> from the </a:t>
            </a:r>
          </a:p>
          <a:p>
            <a:pPr marL="457200" lvl="1" indent="0">
              <a:buNone/>
            </a:pPr>
            <a:r>
              <a:rPr lang="en-US" dirty="0"/>
              <a:t>   application </a:t>
            </a:r>
            <a:endParaRPr lang="en-US" sz="2400" dirty="0"/>
          </a:p>
          <a:p>
            <a:r>
              <a:rPr lang="en-US" sz="2400" b="1" dirty="0"/>
              <a:t>What’s next:</a:t>
            </a:r>
            <a:endParaRPr lang="en-US" sz="2400" b="1" dirty="0">
              <a:solidFill>
                <a:srgbClr val="0B1455"/>
              </a:solidFill>
            </a:endParaRPr>
          </a:p>
          <a:p>
            <a:pPr lvl="1"/>
            <a:r>
              <a:rPr lang="en-US" sz="2000" dirty="0"/>
              <a:t>Develop a web-based application  </a:t>
            </a:r>
          </a:p>
          <a:p>
            <a:pPr lvl="1"/>
            <a:r>
              <a:rPr lang="en-US" sz="2000" dirty="0"/>
              <a:t>Demonstration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13734269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73AC49-84B1-CC9A-7BBA-7E0E227AA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 Mnguni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37075B-5666-C9CB-27F0-5990EA3E6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15</a:t>
            </a:fld>
            <a:endParaRPr lang="en-GB"/>
          </a:p>
        </p:txBody>
      </p:sp>
      <p:pic>
        <p:nvPicPr>
          <p:cNvPr id="7" name="Picture 6" descr="A diagram of a cloud network&#10;&#10;AI-generated content may be incorrect.">
            <a:extLst>
              <a:ext uri="{FF2B5EF4-FFF2-40B4-BE49-F238E27FC236}">
                <a16:creationId xmlns:a16="http://schemas.microsoft.com/office/drawing/2014/main" id="{0FA6FB02-C909-7DFB-8BF7-B039C240C4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654" y="1188614"/>
            <a:ext cx="9462655" cy="50648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46F677-9FFE-C200-9C59-9CEC64497861}"/>
              </a:ext>
            </a:extLst>
          </p:cNvPr>
          <p:cNvSpPr txBox="1"/>
          <p:nvPr/>
        </p:nvSpPr>
        <p:spPr>
          <a:xfrm>
            <a:off x="3567546" y="711560"/>
            <a:ext cx="641465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GNS3 Topology view </a:t>
            </a:r>
          </a:p>
        </p:txBody>
      </p:sp>
    </p:spTree>
    <p:extLst>
      <p:ext uri="{BB962C8B-B14F-4D97-AF65-F5344CB8AC3E}">
        <p14:creationId xmlns:p14="http://schemas.microsoft.com/office/powerpoint/2010/main" val="4589941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A1E4BA-C7E7-CFE0-EFD1-F2B3A7A2D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 Mnguni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7292EE-0D78-4648-8A1F-E8E3C21D9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16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AE693-5CA2-53FD-68F0-4CF72009A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Router Interfaces before full yang, Netconf(xml) and python execution:</a:t>
            </a:r>
          </a:p>
          <a:p>
            <a:endParaRPr lang="en-US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DE1A6DA-6195-C963-A1DD-410BEA275C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174" y="2794855"/>
            <a:ext cx="7938749" cy="2761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4892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EF6118E-44FB-4509-B4D9-129052E4C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0F2185-E8FB-52F2-48B2-DD54987DA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44" y="197252"/>
            <a:ext cx="2267365" cy="5910471"/>
          </a:xfrm>
        </p:spPr>
        <p:txBody>
          <a:bodyPr anchor="b">
            <a:normAutofit/>
          </a:bodyPr>
          <a:lstStyle/>
          <a:p>
            <a:r>
              <a:rPr lang="en-US" sz="3700" dirty="0"/>
              <a:t>Router Interfaces during full yang, Netconf(xml) and python execution:</a:t>
            </a:r>
            <a:br>
              <a:rPr lang="en-US" sz="3700" dirty="0"/>
            </a:br>
            <a:endParaRPr lang="en-US" sz="37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DA149F-65A6-F828-D7DD-4AE26A705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Dr. Mnguni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2A6442-F306-A8C2-2158-CE9FDAB7E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2283837-7488-43F1-A241-BBF137CD6B7A}" type="slidenum">
              <a:rPr lang="en-GB" smtClean="0"/>
              <a:pPr>
                <a:spcAft>
                  <a:spcPts val="600"/>
                </a:spcAft>
              </a:pPr>
              <a:t>17</a:t>
            </a:fld>
            <a:endParaRPr lang="en-GB"/>
          </a:p>
        </p:txBody>
      </p:sp>
      <p:pic>
        <p:nvPicPr>
          <p:cNvPr id="6" name="Picture 5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55A009E2-EE34-A613-809E-AE3D399B98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109" y="295275"/>
            <a:ext cx="9348901" cy="31337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5BE7C07-43F8-61B4-0D0C-3A29B2BE0A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110" y="3429000"/>
            <a:ext cx="9408370" cy="2361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2699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C0C8A-9EA5-140E-0A3E-5C8CBAAF7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231" y="269631"/>
            <a:ext cx="11236569" cy="5907332"/>
          </a:xfrm>
        </p:spPr>
        <p:txBody>
          <a:bodyPr/>
          <a:lstStyle/>
          <a:p>
            <a:r>
              <a:rPr lang="en-US" dirty="0"/>
              <a:t>Router Interfaces after full yang, Netconf(xml) and python execution: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130799-D604-AA8D-85FD-2F25FED37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 Mnguni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C603FA-23E3-A4D8-BC1C-561FC92D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18</a:t>
            </a:fld>
            <a:endParaRPr lang="en-GB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389472B-2DE0-2247-3661-3EA2DD8968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007678"/>
            <a:ext cx="8493369" cy="534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7387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A526B31-7911-4A27-D50E-E32243330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 Mnguni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3D8B55-35C1-EB83-60DC-5B591E158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19</a:t>
            </a:fld>
            <a:endParaRPr lang="en-GB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F259AD-FB02-4048-68F4-1ABBC4711F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6656" y="1050924"/>
            <a:ext cx="8297207" cy="53054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6ED6B3-EFEA-9721-7B7B-8D7D090838FA}"/>
              </a:ext>
            </a:extLst>
          </p:cNvPr>
          <p:cNvSpPr txBox="1"/>
          <p:nvPr/>
        </p:nvSpPr>
        <p:spPr>
          <a:xfrm>
            <a:off x="574234" y="1369146"/>
            <a:ext cx="279242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Router Interfaces after full yang, Netconf(xml) and python execution, shown on the application  which is option 3</a:t>
            </a:r>
          </a:p>
        </p:txBody>
      </p:sp>
    </p:spTree>
    <p:extLst>
      <p:ext uri="{BB962C8B-B14F-4D97-AF65-F5344CB8AC3E}">
        <p14:creationId xmlns:p14="http://schemas.microsoft.com/office/powerpoint/2010/main" val="17495639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EF74185-B44E-A9C8-44E9-B55CB364A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 Mnguni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5EA1D4-CE17-FDDC-138B-AB6DFE94C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20</a:t>
            </a:fld>
            <a:endParaRPr lang="en-GB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EF9912D-F7F9-D1B9-6CEE-4B8ACFA502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3158"/>
            <a:ext cx="12192000" cy="51531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5CB3EE-69DB-595F-DA71-8C61F575C3D1}"/>
              </a:ext>
            </a:extLst>
          </p:cNvPr>
          <p:cNvSpPr txBox="1"/>
          <p:nvPr/>
        </p:nvSpPr>
        <p:spPr>
          <a:xfrm>
            <a:off x="3051426" y="622589"/>
            <a:ext cx="510197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RESTCONF YANG BASED APPLICATION</a:t>
            </a:r>
          </a:p>
        </p:txBody>
      </p:sp>
    </p:spTree>
    <p:extLst>
      <p:ext uri="{BB962C8B-B14F-4D97-AF65-F5344CB8AC3E}">
        <p14:creationId xmlns:p14="http://schemas.microsoft.com/office/powerpoint/2010/main" val="41429521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84296-99EC-D062-733D-28284B883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1550"/>
            <a:ext cx="12192000" cy="563563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7. Conclusion</a:t>
            </a:r>
            <a:endParaRPr lang="en-ZA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D30DD-CBDF-E411-2A8D-0179F26E5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err="1"/>
              <a:t>Dr.</a:t>
            </a:r>
            <a:r>
              <a:rPr lang="en-GB" dirty="0"/>
              <a:t> A Almaktoof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5B9200-2E84-04A5-CC05-9F66821C5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21</a:t>
            </a:fld>
            <a:endParaRPr lang="en-GB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A851A878-CAC7-B6F0-BEEB-DDC3913EC9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6920837"/>
              </p:ext>
            </p:extLst>
          </p:nvPr>
        </p:nvGraphicFramePr>
        <p:xfrm>
          <a:off x="76632" y="1893257"/>
          <a:ext cx="12011025" cy="4235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314957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4E6513-510B-F541-DBD1-D74C4E339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2136845"/>
            <a:ext cx="10909640" cy="168781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 and Questions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550905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E23B47-1C6E-1D37-BADD-A50BAB8E4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 err="1">
                <a:solidFill>
                  <a:schemeClr val="tx1">
                    <a:tint val="75000"/>
                  </a:schemeClr>
                </a:solidFill>
              </a:rPr>
              <a:t>Mr</a:t>
            </a:r>
            <a:r>
              <a:rPr lang="en-US" dirty="0">
                <a:solidFill>
                  <a:schemeClr val="tx1">
                    <a:tint val="75000"/>
                  </a:schemeClr>
                </a:solidFill>
              </a:rPr>
              <a:t> Y. Hlohla</a:t>
            </a:r>
            <a:endParaRPr lang="en-US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795F19-56A4-557D-46AB-2FE2A4942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2283837-7488-43F1-A241-BBF137CD6B7A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22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4987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b792085-cc0c-4d45-9812-5d8db1d7253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5F6A647E4A084783789B4A1A3ACE4E" ma:contentTypeVersion="12" ma:contentTypeDescription="Create a new document." ma:contentTypeScope="" ma:versionID="ffdcc334ba483c226d755e33687aafd5">
  <xsd:schema xmlns:xsd="http://www.w3.org/2001/XMLSchema" xmlns:xs="http://www.w3.org/2001/XMLSchema" xmlns:p="http://schemas.microsoft.com/office/2006/metadata/properties" xmlns:ns3="6b792085-cc0c-4d45-9812-5d8db1d72539" xmlns:ns4="bb258b11-6a1e-49e8-853e-5225d2c76b7a" targetNamespace="http://schemas.microsoft.com/office/2006/metadata/properties" ma:root="true" ma:fieldsID="9db6425d445550761c03ea3e974bfd22" ns3:_="" ns4:_="">
    <xsd:import namespace="6b792085-cc0c-4d45-9812-5d8db1d72539"/>
    <xsd:import namespace="bb258b11-6a1e-49e8-853e-5225d2c76b7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792085-cc0c-4d45-9812-5d8db1d725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258b11-6a1e-49e8-853e-5225d2c76b7a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6B4CDA0-0C8F-4281-96F0-A248B8A5269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2F2DC9D-3B12-4703-8D37-46E6B367A1E6}">
  <ds:schemaRefs>
    <ds:schemaRef ds:uri="http://purl.org/dc/elements/1.1/"/>
    <ds:schemaRef ds:uri="http://www.w3.org/XML/1998/namespace"/>
    <ds:schemaRef ds:uri="http://purl.org/dc/terms/"/>
    <ds:schemaRef ds:uri="6b792085-cc0c-4d45-9812-5d8db1d72539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bb258b11-6a1e-49e8-853e-5225d2c76b7a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1CC19C04-9C3D-4D1C-A434-D75ADECE73E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792085-cc0c-4d45-9812-5d8db1d72539"/>
    <ds:schemaRef ds:uri="bb258b11-6a1e-49e8-853e-5225d2c76b7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6376</TotalTime>
  <Words>853</Words>
  <Application>Microsoft Office PowerPoint</Application>
  <PresentationFormat>Widescreen</PresentationFormat>
  <Paragraphs>185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Office Theme</vt:lpstr>
      <vt:lpstr>Industrial Computing Design Project 3 - DES371S </vt:lpstr>
      <vt:lpstr>PowerPoint Presentation</vt:lpstr>
      <vt:lpstr>1. Introduction</vt:lpstr>
      <vt:lpstr>2. Project Objectives</vt:lpstr>
      <vt:lpstr>3. System Design</vt:lpstr>
      <vt:lpstr>PowerPoint Presentation</vt:lpstr>
      <vt:lpstr>4. Methodology</vt:lpstr>
      <vt:lpstr>6. Management (GA 11) </vt:lpstr>
      <vt:lpstr>6. Management (GA 11) </vt:lpstr>
      <vt:lpstr>6. Management (GA 11) </vt:lpstr>
      <vt:lpstr>6. Management (GA 11) </vt:lpstr>
      <vt:lpstr>6. Management (GA 11) </vt:lpstr>
      <vt:lpstr>6. Management (GA 11) </vt:lpstr>
      <vt:lpstr>6. Management (GA 11) </vt:lpstr>
      <vt:lpstr>PowerPoint Presentation</vt:lpstr>
      <vt:lpstr>PowerPoint Presentation</vt:lpstr>
      <vt:lpstr>Router Interfaces during full yang, Netconf(xml) and python execution: </vt:lpstr>
      <vt:lpstr>PowerPoint Presentation</vt:lpstr>
      <vt:lpstr>PowerPoint Presentation</vt:lpstr>
      <vt:lpstr>PowerPoint Presentation</vt:lpstr>
      <vt:lpstr>7. Conclusion</vt:lpstr>
      <vt:lpstr>Thank you and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Substation automation (SA)</dc:title>
  <dc:creator>Dr. Mnguni</dc:creator>
  <cp:lastModifiedBy>Yolisa Hlohla</cp:lastModifiedBy>
  <cp:revision>181</cp:revision>
  <dcterms:created xsi:type="dcterms:W3CDTF">2022-07-06T12:11:36Z</dcterms:created>
  <dcterms:modified xsi:type="dcterms:W3CDTF">2026-03-25T01:38:05Z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0x010100F45F6A647E4A084783789B4A1A3ACE4E</vt:lpwstr>
  </property>
</Properties>
</file>